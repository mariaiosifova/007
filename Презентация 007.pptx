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70" r:id="rId4"/>
    <p:sldId id="266" r:id="rId5"/>
    <p:sldId id="269" r:id="rId6"/>
    <p:sldId id="262" r:id="rId7"/>
    <p:sldId id="261" r:id="rId8"/>
    <p:sldId id="259" r:id="rId9"/>
    <p:sldId id="264" r:id="rId10"/>
    <p:sldId id="257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2T13:55: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8 4276 0 0,'0'0'-896'0'0,"-9"-7"-2482"0"0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in="-3142" max="3142" units="rad"/>
          <inkml:channel name="OE" type="integer" min="-3142" max="3142" units="rad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rad"/>
          <inkml:channelProperty channel="OE" name="resolution" value="1000" units="1/rad"/>
        </inkml:channelProperties>
      </inkml:inkSource>
      <inkml:timestamp xml:id="ts0" timeString="2026-02-22T13:24:40.915"/>
    </inkml:context>
    <inkml:brush xml:id="br0">
      <inkml:brushProperty name="width" value="0.1" units="cm"/>
      <inkml:brushProperty name="height" value="0.1" units="cm"/>
    </inkml:brush>
    <inkml:context xml:id="ctx1">
      <inkml:inkSource xml:id="inkSrc3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1" timeString="2026-02-24T07:48:45.410"/>
    </inkml:context>
    <inkml:brush xml:id="br1">
      <inkml:brushProperty name="width" value="0.05" units="cm"/>
      <inkml:brushProperty name="height" value="0.05" units="cm"/>
      <inkml:brushProperty name="color" value="#E71225"/>
    </inkml:brush>
    <inkml:context xml:id="ctx2">
      <inkml:inkSource xml:id="inkSrc27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2" timeString="2026-02-24T07:48:45.414"/>
    </inkml:context>
  </inkml:definitions>
  <inkml:trace contextRef="#ctx0" brushRef="#br0">6264 5 710 0 0,'0'0'1898'0'0,"5"7"-1750"0"0,-2 0 102 0 0,1-1-172 0 0,1 0 138 0 0,2 0-172 0 0,-1-2 62 0 0,0 2-50 0 0,0-1 98 0 0,1 2-104 0 0,-2-1 6 0 0,1 1-4 0 0,-1 0 0 0 0,-2 0 40 0 0,3 0-36 0 0,-1 1-28 0 0,1 2-2 0 0,-1-2 8 0 0,1 2 38 0 0,0-2-22 0 0,0 2-2 0 0,2-2-32 0 0,-1 1 0 0 0,-2 0 14 0 0,1 0 36 0 0,1 1 8 0 0,-2-1 2 0 0,1 2-86 0 0,-2-1 0 0 0,2 0 18 0 0,-1 0 14 0 0,1 1 6 0 0,-2 0-2 0 0,2 2-8 0 0,-1-2 20 0 0,-1 1-16 0 0,2-1 60 0 0,0-2-20 0 0,-2 1-24 0 0,1 0-18 0 0,0 0 0 0 0,-1-2-18 0 0,0 0 34 0 0,-1 0 22 0 0,1 0-38 0 0,0 0 0 0 0,1 0 20 0 0,-2-1 10 0 0,2-2-68 0 0,1-1-2568 0 0,2 0 1544 0 0</inkml:trace>
  <inkml:trace contextRef="#ctx0" brushRef="#br0" timeOffset="-1044.97">6274 84 678 0 0,'0'0'1138'0'0,"-6"-4"-1018"0"0,2-2 398 0 0,4-3-456 0 0,1-3 66 0 0,0 4-94 0 0,1-2-52 0 0,-2 0-86 0 0,-2 0 754 0 0,-2 18-612 0 0,-2-1 114 0 0,4 2-116 0 0,-2 0-18 0 0,0-2 10 0 0,-2 0-4 0 0,2 3 34 0 0,0-1-50 0 0,-1 1 14 0 0,1 1-10 0 0,0 2 48 0 0,-5 5-56 0 0,4-4 30 0 0,-2 0-48 0 0,0 0 22 0 0,0 1-2 0 0,0 0-6 0 0,0 1 50 0 0,0-1-34 0 0,0 0-8 0 0,0 1-20 0 0,0-1 8 0 0,1 0 6 0 0,0 1 40 0 0,2-9-36 0 0,-2 6-2 0 0,0 0 0 0 0,1-1 6 0 0,-1-1-6 0 0,3-2 40 0 0,0-1-40 0 0,0 0-74 0 0,-1-1-62 0 0,12-3-2118 0 0,-3 1 826 0 0</inkml:trace>
  <inkml:trace contextRef="#ctx0" brushRef="#br0" timeOffset="-23186.21">6279 111 1338 0 0,'0'0'1402'0'0,"1"10"-1544"0"0,1-2-118 0 0,2-1-1218 0 0,2-1 620 0 0</inkml:trace>
  <inkml:trace contextRef="#ctx1" brushRef="#br0">6278 181,'0'12226,"10315"-12226</inkml:trace>
  <inkml:trace contextRef="#ctx0" brushRef="#br0" timeOffset="-22392.89">6297 572 882 0 0,'0'0'4'0'0,"6"-6"-452"0"0,-2 0 12 0 0</inkml:trace>
  <inkml:trace contextRef="#ctx0" brushRef="#br0" timeOffset="-22640.17">6226 606 1046 0 0,'0'0'180'0'0,"8"5"-1404"0"0</inkml:trace>
  <inkml:trace contextRef="#ctx0" brushRef="#br0" timeOffset="-158243.35">6348 764 792 0 0,'0'0'7380'0'0,"10"0"-7314"0"0,-2 0 274 0 0,2 2-228 0 0,0-2 126 0 0,0 0-178 0 0,-2-2 208 0 0,3 2-136 0 0,0-1-4 0 0,1 1-66 0 0,0 0 126 0 0,-2-1-174 0 0,-1-1 108 0 0,1 2-80 0 0,1-1 58 0 0,0 0-100 0 0,-2 1 78 0 0,2 0-66 0 0,-1-2 46 0 0,1 4-78 0 0,-1-2 26 0 0,1 0 40 0 0,-1 0 0 0 0,1-2-168 0 0,-2 0 50 0 0,1 1 18 0 0,-1 0-8 0 0,-1-1 12 0 0,2 1 188 0 0,-2 0-174 0 0,0 0 168 0 0</inkml:trace>
  <inkml:trace contextRef="#ctx0" brushRef="#br0" timeOffset="-168474.46">6478 1510 1704 0 0,'0'0'5708'0'0,"8"-3"-5516"0"0,-1 1 490 0 0,-7-7-588 0 0,2-1 136 0 0,-2-1-136 0 0,0 1 128 0 0,1 1-178 0 0,-1-1 158 0 0,0-1-144 0 0,1 1 174 0 0,-2-1-156 0 0,0 0 32 0 0,1 0-86 0 0,-2 4 26 0 0,1-5 58 0 0,-1 2-10 0 0,1-2-122 0 0,-2 1 44 0 0,2-2 2 0 0,-2 0 20 0 0,1 0 30 0 0,0-2-112 0 0,0 2 118 0 0,0-2 58 0 0,-1 3 4 0 0,0-2 38 0 0,0 2 46 0 0,-1-1-46 0 0,2 1 30 0 0,-3-2-8 0 0,1 2-14 0 0,0 0 16 0 0,0 1 16 0 0,-1-2-30 0 0,1 1 30 0 0,-2 1-50 0 0,3 0-44 0 0,-2 0 2 0 0,1 2 76 0 0,-2-1-138 0 0,4 1 12 0 0,-1 1 10 0 0,0 1 10 0 0,1-1 96 0 0,-1 0-126 0 0,0-1-32 0 0,0 0 12 0 0,1 1-8 0 0,1 0 14 0 0,0 0-12 0 0,-2-2 138 0 0,2 1-194 0 0,1 0-4 0 0,-1-1-36 0 0,8 8-166 0 0,2-1 322 0 0,1 3-130 0 0,1-1 10 0 0,-2 0 92 0 0,2 1-42 0 0,2-1-62 0 0,0-1 28 0 0,-3 0 28 0 0,0 1 12 0 0,-1 0-98 0 0,2-1 40 0 0,-1 1 22 0 0,0 0-30 0 0,0-1 90 0 0,-1 1-16 0 0,0-2-104 0 0,-1 2 54 0 0,0-2-2 0 0,1 1 142 0 0,0 0-162 0 0,0-1-2 0 0,0 2 32 0 0,1-1 60 0 0,-1-1-134 0 0,-1 2 68 0 0,-30 20-9896 0 0,12-8 6142 0 0</inkml:trace>
  <inkml:trace contextRef="#ctx0" brushRef="#br0" timeOffset="-160762.75">8013 950 1724 0 0,'0'0'3196'0'0,"-3"7"-3044"0"0,-1-1 380 0 0,1 3-376 0 0,1-1 228 0 0,-2 1-180 0 0,0 1-62 0 0,2 0 58 0 0,-3-1-30 0 0,3 0 18 0 0,-1-1-42 0 0,-1 3 62 0 0,1-2-74 0 0,0 1 58 0 0,-1-1-14 0 0,1 0-144 0 0,-1 0 72 0 0,0-2-64 0 0,0 1 16 0 0,-2 0 10 0 0,2 1 120 0 0,-2-1-64 0 0,1 0-6 0 0,-1-1-18 0 0,-1 0 12 0 0,2 1 4 0 0,-2-2 38 0 0,0 0-54 0 0,-1 0 24 0 0,3-4-80 0 0,-2 2 172 0 0,-1-2-144 0 0,-1 1 198 0 0,1-5-204 0 0,-2-1 6 0 0,3-1-110 0 0,-1-2 44 0 0,5 0-136 0 0,-1-2 78 0 0,7-1-180 0 0,-1-1 154 0 0,2 3-110 0 0,2 0 176 0 0,1 0-198 0 0,-2 0 182 0 0,3 0-12 0 0,-3 2-24 0 0,3 0-114 0 0,-3 0 140 0 0,4 8 2 0 0,-3-1 6 0 0,1 4 16 0 0,0-2 76 0 0,-2 2-60 0 0,0 0 36 0 0,0-1-18 0 0,1 0 114 0 0,1 3-56 0 0,-2-3 4 0 0,3 0-142 0 0,-3 1 162 0 0,3 0-90 0 0,-2-2 36 0 0,1-1 40 0 0,0 0-24 0 0,3-2-48 0 0,-1 2 68 0 0,1-5-86 0 0,0 2 68 0 0,-3-2-200 0 0,2 0-38 0 0,-4-3-1918 0 0,1-1 1248 0 0,1 2-2978 0 0,-1-2 1320 0 0</inkml:trace>
  <inkml:trace contextRef="#ctx0" brushRef="#br0" timeOffset="-161921.32">7702 974 1946 0 0,'0'0'2784'0'0,"-6"5"-2416"0"0,1-1 1290 0 0,-1 2-1566 0 0,-1 0 194 0 0,3 2-314 0 0,-2-1 146 0 0,4 0-128 0 0,-3-2 136 0 0,2 5-14 0 0,-3 0 4 0 0,4 0-148 0 0,0-1 130 0 0,0 1-46 0 0,0 0 132 0 0,2 1-156 0 0,2 2 84 0 0,0-4-132 0 0,0-2 106 0 0,2 1-8 0 0,0-2 0 0 0,1 2-166 0 0,-1-2 260 0 0,3 3-256 0 0,-1-1 102 0 0,-1 0-18 0 0,1-1 62 0 0,-1 0-18 0 0,1-1-6 0 0,0-1-172 0 0,-3 1 210 0 0,4 1-188 0 0,-4-1 274 0 0,1 0-162 0 0,1 0 764 0 0,-11 0-558 0 0,1 0 202 0 0,-3-2-132 0 0,0-1 70 0 0,-1 0-106 0 0,-2-2 128 0 0,2-1-196 0 0,-2 0 238 0 0,1-1-316 0 0,0-2-22 0 0,3 0-770 0 0,1 0 102 0 0</inkml:trace>
  <inkml:trace contextRef="#ctx0" brushRef="#br0" timeOffset="-162836.02">7321 1034 2148 0 0,'0'0'4330'0'0,"-9"3"-4276"0"0,1-1 64 0 0,2 5-74 0 0,2-3 38 0 0,0 3 56 0 0,1-2-28 0 0,-3 3-50 0 0,1 1 238 0 0,1 0-270 0 0,-1 0 188 0 0,3-1-206 0 0,-2 1 172 0 0,3 1-156 0 0,-3-1 290 0 0,3 2-258 0 0,0-1 6 0 0,1 0-80 0 0,-2 0 236 0 0,4-2-230 0 0,-1 0 36 0 0,4 1-26 0 0,-3-2 82 0 0,3 1-68 0 0,1-1 54 0 0,0-3 40 0 0,0 1-48 0 0,3-1-36 0 0,-2 0 72 0 0,3-2-42 0 0,0-1-44 0 0,0-1-28 0 0,0-1 46 0 0,0-1-48 0 0,1-1 50 0 0,-4 0-46 0 0,0 1-2 0 0,0-3-16 0 0,0 0 102 0 0,0 1-130 0 0,0-2 66 0 0,0 0-36 0 0,-1 1 34 0 0,0-1-8 0 0,0 1-102 0 0,2-1-32 0 0,-3 2 122 0 0,-1-2-82 0 0,0 0 66 0 0,3 0-108 0 0,-1-2 118 0 0,0 0-208 0 0,-2 0 168 0 0,0 0-196 0 0,0-1 170 0 0,-1 1-8 0 0,0-2 32 0 0,1 5 52 0 0,-2-3-74 0 0,2-1-116 0 0,-2 0 136 0 0,1 1-188 0 0,0-1 288 0 0,-2 2-134 0 0,-1-4 258 0 0,-3 5-70 0 0,0-2 344 0 0,-3 14-484 0 0,0 0 262 0 0,2-1-206 0 0,0 3 8 0 0,1-2 10 0 0,0 1 136 0 0,-1 3-224 0 0,1-2 48 0 0,0 1-44 0 0,0-2 106 0 0,2 5-88 0 0,0 1 126 0 0,-1-1-166 0 0,1 0 192 0 0,2-1-100 0 0,-1-1-20 0 0,2-1 62 0 0,-2 0 12 0 0,4-1-138 0 0,-2 1 146 0 0,6-4-142 0 0,-3 1 172 0 0,6-6-178 0 0,0 0 256 0 0,0-2-208 0 0,-1 1 18 0 0,-3-3-48 0 0,2 0 6 0 0,-4-2-14 0 0,0 0 172 0 0,1 0-156 0 0,0-2 66 0 0,-2 1-58 0 0,0 0 46 0 0,0 1-196 0 0,0-3 194 0 0,-2 1-114 0 0,1 1 162 0 0,-1-5-80 0 0,2 3 104 0 0,-4-2-128 0 0,-1 1 66 0 0,-2-2-104 0 0,1 0 144 0 0,-2 2-68 0 0,-1-1 144 0 0,3 5-84 0 0,-2 1 80 0 0,-3 1-142 0 0,0 1 42 0 0,-5 3-110 0 0,3-2 156 0 0</inkml:trace>
  <inkml:trace contextRef="#ctx0" brushRef="#br0" timeOffset="-164615.22">7093 1090 1428 0 0,'0'0'2630'0'0,"-9"1"-2444"0"0,1 1 514 0 0,2 4-638 0 0,2 0 158 0 0,0 1-204 0 0,-1-1 68 0 0,3 2-94 0 0,-1-1 114 0 0,4 3-108 0 0,1-2 74 0 0,5-4-140 0 0,-2-1 492 0 0,2-7-384 0 0,-1-1 210 0 0,-5-2-162 0 0,2-2 1418 0 0,4 13-1936 0 0,-1-1 552 0 0,-9-12-224 0 0,-2 3 244 0 0,-1 2-648 0 0,-1 1 242 0 0</inkml:trace>
  <inkml:trace contextRef="#ctx0" brushRef="#br0" timeOffset="-167755.01">6387 1274 2230 0 0,'0'0'2566'0'0,"7"-4"-2174"0"0,0 1 2228 0 0,2 0-2422 0 0,1 2 434 0 0,-1-2-532 0 0,-1 1 202 0 0,2 1-240 0 0,-2-2 80 0 0,3 2-90 0 0,-1 0 42 0 0,-2-1 8 0 0,0 1 12 0 0,1-1-62 0 0,0 0 158 0 0,-3 0-198 0 0,3-1 226 0 0,-2 1-234 0 0,0-1 134 0 0,0 0-230 0 0,0 0 52 0 0,-7 14-7124 0 0,0 2 4204 0 0</inkml:trace>
  <inkml:trace contextRef="#ctx0" brushRef="#br0" timeOffset="-166243.46">6604 1280 1760 0 0,'0'0'4248'0'0,"8"7"-3952"0"0,-3-2 416 0 0,8-6-674 0 0,-2 0 250 0 0,-1 1-254 0 0,-1-2 358 0 0,3 1-490 0 0,-3-1 258 0 0,2-2-38 0 0,1 2 44 0 0,-3 0-202 0 0,0 0 134 0 0,-1 0-28 0 0,1-1 58 0 0,-1 1-80 0 0,2-2 48 0 0,-3 2-102 0 0,-1-1 88 0 0,4 1-92 0 0,0-2 88 0 0,0 3-226 0 0,-1 0 254 0 0,1 1-120 0 0,0-2 152 0 0,0 2-442 0 0,0-1 122 0 0,-2-1-3228 0 0,1 1 2404 0 0</inkml:trace>
  <inkml:trace contextRef="#ctx0" brushRef="#br0" timeOffset="-167039.75">6740 1295 2150 0 0,'0'0'3866'0'0,"6"4"-3484"0"0,-1 0 468 0 0,0 5-726 0 0,-3-1 226 0 0,1-2-208 0 0,0 3 242 0 0,-2 2-256 0 0,-1 1 154 0 0,2 0-176 0 0,-2 0-18 0 0,1-2 94 0 0,-1 0 28 0 0,0 5-130 0 0,0-2 102 0 0,0-1-168 0 0,1 0 44 0 0,0-1-26 0 0,-1 0 110 0 0,2-1-106 0 0,-2 1 22 0 0,2-2-72 0 0,0-2 68 0 0</inkml:trace>
  <inkml:trace contextRef="#ctx0" brushRef="#br0" timeOffset="94329.02">11465 1380 3088 0 0,'0'0'5814'0'0,"4"8"-5488"0"0,0 1 20 0 0,4-5 16 0 0,-3 0-32 0 0,2 0-10 0 0,0 1-18 0 0,1-1 14 0 0,1 0-118 0 0,0 0 18 0 0,2-1-10 0 0,1 0 10 0 0,-1 0 30 0 0,1-1-44 0 0,1 1-108 0 0,-1-2 26 0 0,1 1-8 0 0,0 0 18 0 0,-1-1 24 0 0,1 0-40 0 0,-2 1-66 0 0,-1-1-22 0 0,0-1 16 0 0,-1 1 10 0 0,1-1 6 0 0,-1 1 2 0 0,-2 1-74 0 0,6 0 42 0 0,0-1 96 0 0,-2 0-118 0 0,0-1-22 0 0,-1 3 74 0 0,-1-1 44 0 0,1-1-94 0 0,-1 2 64 0 0,-1-1 46 0 0,0 2-86 0 0,1-2 34 0 0,-2-1 142 0 0,3 2-194 0 0,-2 0 260 0 0,2-2-280 0 0,-2 1 86 0 0</inkml:trace>
  <inkml:trace contextRef="#ctx0" brushRef="#br0" timeOffset="124571.9">9260 1422 994 0 0,'0'0'8400'0'0,"9"-2"-8404"0"0,1 0 106 0 0,0 2-132 0 0,-1 0 110 0 0,4 0-24 0 0,-2 0-58 0 0,-2 0-42 0 0,0 0 74 0 0,1 1-6 0 0,0-1-6 0 0,-1 1 40 0 0,1-1-80 0 0,1 2 16 0 0,-1-1 44 0 0,-1 0-42 0 0,1 1-2 0 0,2 0 92 0 0,-3-2-106 0 0,1 1 46 0 0,0 0-10 0 0,-1 1 30 0 0,0-2 32 0 0,1 1-94 0 0,-2-1 52 0 0,5 3-38 0 0,-2-2 82 0 0,-2 1-108 0 0,0-1 90 0 0,4 0-36 0 0,-2 0 22 0 0,-3 2-68 0 0,1-3 98 0 0,2 1-110 0 0,-2-1 62 0 0,4 1 28 0 0,-2-1-130 0 0,0 1 86 0 0,0 1 78 0 0,-2-1-168 0 0,-1 0 134 0 0,3 1-88 0 0,-1 0 80 0 0,1-1-88 0 0,-1 0-2 0 0,0-1 104 0 0,-1 0-72 0 0,1 1-40 0 0,0-1 200 0 0,0 2-152 0 0,-2-2 228 0 0,2 2-246 0 0,-2-1 138 0 0,2-1-104 0 0,0 1 100 0 0</inkml:trace>
  <inkml:trace contextRef="#ctx0" brushRef="#br1" timeOffset="150381.94">6473 1336 1538 0 0,'0'0'2234'0'0,"-5"-6"-1716"0"0,-1 2 1982 0 0,10 14-6354 0 0,1 0 2664 0 0</inkml:trace>
  <inkml:trace contextRef="#ctx0" brushRef="#br0" timeOffset="-48396.2">12531 1559 1950 0 0,'0'0'5874'0'0,"10"-1"-5466"0"0,-2-1 610 0 0,3 5-774 0 0,1-2-16 0 0,-2 1-114 0 0,-1-1 94 0 0,2 0-20 0 0,1 1-66 0 0,0-1 10 0 0,0 1-44 0 0,1-1 24 0 0,-2-1 14 0 0,0 2-60 0 0,0-1 14 0 0,-1 0-36 0 0,-1 1 96 0 0,3 0-76 0 0,-1 1 80 0 0,1 0-82 0 0,-1-1 134 0 0,0 0-164 0 0,-1 1 68 0 0,2-2-34 0 0,1-1-4 0 0,0 2-54 0 0,0-2 50 0 0,-1 0-16 0 0,0-2-18 0 0,-1 4-48 0 0,-1-2 136 0 0,1 1-138 0 0,0-1 36 0 0,-1 1-88 0 0,0 2 178 0 0,-3-1-134 0 0,-1 1 154 0 0,-16-1-6092 0 0,1 2 3452 0 0,0-3-1164 0 0</inkml:trace>
  <inkml:trace contextRef="#ctx0" brushRef="#br0" timeOffset="86084.77">11659 1619 1690 0 0,'0'0'5126'0'0,"0"-8"-4940"0"0,-1-2 1330 0 0,-3 1-1248 0 0,2 1 688 0 0,-1 2-792 0 0,-1-3 866 0 0,-1 5-890 0 0,-2 0 622 0 0,-5 4-616 0 0,1-2 242 0 0,1 2-322 0 0,1 0 198 0 0,0 2-144 0 0,-1-2 94 0 0,2 2-198 0 0,0 1 350 0 0,-1 0-328 0 0,0 0 36 0 0,3 1 62 0 0,-1-1-10 0 0,0 2-124 0 0,0 0 58 0 0,0 0 96 0 0,-2 1-90 0 0,3 1-14 0 0,-1-2 156 0 0,1 2-182 0 0,-1 0 26 0 0,3 0-142 0 0,-2 0 314 0 0,4 0-224 0 0,-2-1 12 0 0,1 2-44 0 0,-2 1 262 0 0,4-1-162 0 0,-2 0-38 0 0,2 3 6 0 0,0 0 170 0 0,-1 1-142 0 0,1-1-54 0 0,1 2 2 0 0,0-2 90 0 0,0-2-122 0 0,0 3 42 0 0,1-3 20 0 0,-1 0 142 0 0,4 1-184 0 0,-1-1 96 0 0,3-2-78 0 0,-2-1 62 0 0,1 0-8 0 0,1-2 84 0 0,1 0-250 0 0,1-1 166 0 0,-1-1 34 0 0,0 2-118 0 0,4-3 14 0 0,-1-1 98 0 0,3 0 0 0 0,0-1-18 0 0,-2-3-56 0 0,1 2 12 0 0,-4 0-24 0 0,1-1 25 0 0,-1-1-112 0 0,-1 2 81 0 0,2-3 127 0 0,-3 1-151 0 0,2 0 84 0 0,-2 0-100 0 0,2-1-28 0 0,-1 0 120 0 0,0-1-144 0 0,-1 1 124 0 0,0-2 50 0 0,1 0-104 0 0,-2 1 58 0 0,3-1 12 0 0,-3 0-62 0 0,1 2 36 0 0,-1-2 82 0 0,-1-2-156 0 0,2 4 26 0 0,0-2 110 0 0,-3 0-68 0 0,1 0-72 0 0,0-3 144 0 0,0 0-2 0 0,-1 1-62 0 0,-2-1-64 0 0,0-1 32 0 0,0 4 82 0 0,-2-5-134 0 0,1 1 52 0 0,-1 3 38 0 0,0-1 46 0 0,-3 3-76 0 0,1-2 126 0 0,-3 1-18 0 0,1 2 66 0 0,-2 0-170 0 0,0 1 192 0 0,0 2-132 0 0,0-1-26 0 0,-4 5-70 0 0,2-1 96 0 0,3 3-120 0 0,-2-2 64 0 0,2 3-126 0 0,1-1 42 0 0,-4-6-800 0 0,0 1 942 0 0,18 2-426 0 0,-1 1 350 0 0,2-2 32 0 0,0 0-100 0 0,-1-2 62 0 0,0 1-130 0 0,-1 1-21 0 0,2-1 169 0 0,-2 0-216 0 0,0 0 214 0 0,-1-3-46 0 0,2 1-14 0 0,-2 2-274 0 0,1-1 354 0 0,-11 12-262 0 0,1-3 182 0 0,-1 1-60 0 0,2 0 160 0 0,-1-1 14 0 0,-2 0-14 0 0,2 3-4 0 0,-1-1 118 0 0,2 0-220 0 0,-2-1 138 0 0,0 2 36 0 0,1-2-30 0 0,0 1-68 0 0,0-2 90 0 0,-1 2-150 0 0,1 0 174 0 0,-1-1-86 0 0,1-1-74 0 0,-1 1-24 0 0,0 1 82 0 0,0 0-78 0 0,1-1 48 0 0,0 2 80 0 0,-1-1-86 0 0,1 1 18 0 0,-1-2 58 0 0,-1-1-128 0 0,2 2-62 0 0,1 0 146 0 0,-2 1 46 0 0,3 0-90 0 0,-1 0 32 0 0,5-4-68 0 0,-2-1 132 0 0,6 0-146 0 0,-3 1 116 0 0,4-1-170 0 0,-1-2 126 0 0,0 0 72 0 0,1 0-74 0 0,0-2-46 0 0,0 1 222 0 0,2-2-212 0 0,0-2 122 0 0,-1 1-16 0 0,1-1-22 0 0,-3 0 51 0 0,2-2-91 0 0,-3 1 62 0 0,-1 0-94 0 0,2-1-52 0 0,-1 1 170 0 0,0 1-136 0 0,-2-3 136 0 0,4 1-96 0 0,-2 0 64 0 0,-17-9-7299 0 0</inkml:trace>
  <inkml:trace contextRef="#ctx0" brushRef="#br0" timeOffset="86290.97">9184 2451 2224 0 0,'0'0'5244'0'0,"6"-4"-4788"0"0,-1-2 1384 0 0,-1 1-1552 0 0,0-2 182 0 0,1 0-172 0 0,-3-1-126 0 0,0 0 66 0 0,0 0-78 0 0,2-2 8 0 0,-2 1-14 0 0,1-2 68 0 0,0-1 14 0 0,-1-1-128 0 0,1-1 14 0 0,0-2-4 0 0,3-8 14 0 0,-4 6 54 0 0,0 0-44 0 0,2-2-76 0 0,-1 0-16 0 0,0-3 90 0 0,-1-1 2 0 0,0 1 12 0 0,0-1-40 0 0,1-1-4 0 0,-1 1 22 0 0,-1 1 6 0 0,1 0 82 0 0,-1 0 32 0 0,2 1-218 0 0,-2 3 38 0 0,0-3 50 0 0,-1 2 22 0 0,1 0 6 0 0,2 0-198 0 0,-3 2 166 0 0,1 0-20 0 0,0-1-16 0 0,-1 9 146 0 0,0-8-292 0 0,0-10 124 0 0,0 18-12 0 0,0-8 12 0 0,0 1 38 0 0,0 2-88 0 0,0-2-38 0 0,0 4 80 0 0,0-1-136 0 0,-1 3 128 0 0,1 0 182 0 0,0 0-298 0 0,-1-2 392 0 0,1 2-290 0 0,0 2 74 0 0,11 7-606 0 0,-2 2 422 0 0,0 2 102 0 0,-1-1-22 0 0,5 2 118 0 0,-2-2-58 0 0,1 2-36 0 0,2-1-168 0 0,2 2 162 0 0,10 0-14 0 0,-8-2 70 0 0,2 2-70 0 0,1-3 2 0 0,1-1-34 0 0,0 1 24 0 0,1-1 56 0 0,0-1-158 0 0,1 1 186 0 0,-2-1-84 0 0,-1 1-26 0 0,-1-2 46 0 0,-11 2 118 0 0,8-2-74 0 0,-1 2-118 0 0,-1-1 100 0 0,-1 1-90 0 0,-1-1 118 0 0,-1 1-38 0 0,-1-2-2 0 0,-1 2-86 0 0,-1-1 76 0 0,0 0-28 0 0,2 1 42 0 0,0-2-16 0 0,-1 2-62 0 0,0-2 144 0 0</inkml:trace>
  <inkml:trace contextRef="#ctx0" brushRef="#br0" timeOffset="93235.65">11847 1682 1330 0 0,'0'0'8832'0'0,"5"7"-8698"0"0,-3-1 608 0 0,1 5-526 0 0,-2-4 128 0 0,-1 5-282 0 0,0-2 126 0 0,0 0-138 0 0,-1-2 226 0 0,0 2-220 0 0,-1-2 76 0 0,1 1-152 0 0,1 0 88 0 0,-1 0 2 0 0,-3 0 32 0 0,4 1-84 0 0,-1 0 132 0 0,0-2-234 0 0,-1 2 138 0 0,4-1-98 0 0,0-3 44 0 0,4 0 66 0 0,0-2-28 0 0,3-2 40 0 0,-3 0 12 0 0,3-4 10 0 0,-1 0-150 0 0,-1-2 82 0 0,0 0 50 0 0,-1-2-108 0 0,0 1 72 0 0,-1-1-58 0 0,-2 1 26 0 0,1-1-58 0 0,0-1 74 0 0,-2-2-124 0 0,3 0 72 0 0,-3 2 20 0 0,1-1 22 0 0,0 1-104 0 0,-2 0 150 0 0,2-2-124 0 0,-2 1 270 0 0,-2-2-228 0 0,-2 2 242 0 0,1 15-198 0 0,-1-1 6 0 0,0 3 32 0 0,1-2 128 0 0,0 4-200 0 0,-1-1 40 0 0,0-3 18 0 0,1 1 142 0 0,-2-1-110 0 0,1 0-80 0 0,0 0 50 0 0,0 2-28 0 0,2-1 94 0 0,-2-1-30 0 0,2 4-98 0 0,-3 0 90 0 0,3-1 150 0 0,-2 2-242 0 0,3-3-48 0 0,-1 1 104 0 0,0 1 44 0 0,0 0-90 0 0,1-1-18 0 0,0 0 198 0 0,0 1-266 0 0,0 0 90 0 0,0 0-124 0 0,0-1 752 0 0,-5-3-582 0 0,1-2 562 0 0,-6-5-428 0 0,1 0 71 0 0,0-1-169 0 0,2-2 30 0 0,1 1-70 0 0,-3-2-28 0 0,2-1 46 0 0,0 1 22 0 0,2 1-138 0 0,-3-1 96 0 0,1-1-2 0 0,0 1 78 0 0,1 2-196 0 0,-2-3 98 0 0,2 3-3261 0 0,-1-3 1907 0 0,-12 10-11018 0 0</inkml:trace>
  <inkml:trace contextRef="#ctx0" brushRef="#br0" timeOffset="-49444.19">12778 1695 1114 0 0,'0'0'5610'0'0,"4"7"-5320"0"0,-1 1 606 0 0,0 0-654 0 0,-2 1 438 0 0,1 2-476 0 0,-2-2 276 0 0,-2 1-394 0 0,1 0 182 0 0,-1-1-200 0 0,1-1 140 0 0,0 0-216 0 0,-1 1 150 0 0,2 1-162 0 0,-1 0 78 0 0,2 0-20 0 0,1 2-18 0 0,0-4 4 0 0,0 0-24 0 0,2-1-66 0 0,0-1 98 0 0,3-2-80 0 0,-1 0 100 0 0,4-1-66 0 0,-2-1 52 0 0,2 1-114 0 0,0-3 138 0 0,-1 0-92 0 0,1 0 112 0 0,-2 1-86 0 0,2 0 50 0 0,0-1-80 0 0,0 0 72 0 0,0-1-40 0 0,-3 0 12 0 0,2-3-38 0 0,-1 2 78 0 0,0-1-122 0 0,-1 0 68 0 0,0 0-52 0 0,-1 0 34 0 0</inkml:trace>
  <inkml:trace contextRef="#ctx0" brushRef="#br0" timeOffset="-53695.08">13651 1702 1410 0 0,'0'0'9960'0'0,"-10"2"-9854"0"0,-1-2 50 0 0,3 2-132 0 0,-1-1 106 0 0,0 0-58 0 0,-3 1-86 0 0,4-1 46 0 0,-2 1 0 0 0,2 0 32 0 0,-2-1 28 0 0,2 2-22 0 0,-2 0-30 0 0,2-1 44 0 0,-2-2 146 0 0,-2 3-216 0 0,1-2 66 0 0,-1 0-24 0 0,0 1 30 0 0,0-1-72 0 0,-1 0 58 0 0,4-1 14 0 0,-1-1-18 0 0,-1 1-52 0 0,-1 0 60 0 0,2-1-90 0 0,0 1 56 0 0,0 0-60 0 0,1 0-36 0 0,18 2-262 0 0,1-1 302 0 0,-1 3-36 0 0,-2-3 128 0 0,6 2-102 0 0,-1-2-16 0 0,0-1 30 0 0,0 2-24 0 0,4-2-40 0 0,-3 0 66 0 0,-4-2 48 0 0,1 2-56 0 0,1 0-40 0 0,1 0 84 0 0,-2 0 54 0 0,0 0-66 0 0,1 2-36 0 0,0-2 74 0 0,0 1-156 0 0,-1-1 96 0 0,1-1-86 0 0,-1 1 64 0 0,0 0-62 0 0,0 0 84 0 0,-3-3-32 0 0,0-1 44 0 0,-1 0-40 0 0,2 1 26 0 0,-10 14-250 0 0,0-2 228 0 0,-3 0 80 0 0,1-2-102 0 0,1 1-2 0 0,-1 0 104 0 0,0 0-46 0 0,0-1 46 0 0,1 0-56 0 0,-1-2 36 0 0,1 4-78 0 0,0-1 142 0 0,-1 0-74 0 0,0 1 36 0 0,1-1-24 0 0,0 1-10 0 0,0-1-6 0 0,1 0-4 0 0,-1-1-28 0 0,0 0 88 0 0,0 1-54 0 0,-1 0 130 0 0,3 0-204 0 0,-2 0 154 0 0,0 1-72 0 0,1-2 76 0 0,0 3-54 0 0,0-2 110 0 0</inkml:trace>
  <inkml:trace contextRef="#ctx1" brushRef="#br1" timeOffset="1.99">6243 5295,'-39'-3850</inkml:trace>
  <inkml:trace contextRef="#ctx1" brushRef="#br1" timeOffset="2.99">6137 1583,'67'-138,"4"275</inkml:trace>
  <inkml:trace contextRef="#ctx0" brushRef="#br0" timeOffset="68714.02">12121 1777 1434 0 0,'2'-8'1594'0'0,"8"-3"3634"0"0,-6 5-5008 0 0,0 0 2672 0 0,3 4-2916 0 0,0-1 32 0 0,-1-2 20 0 0,-1 0-28 0 0,1 1 18 0 0,0-1-4 0 0,-3 0-34 0 0,3 0 408 0 0,-8 15-326 0 0,0-2 318 0 0,-2 0-240 0 0,-1-1-4 0 0,1 0-12 0 0,1 0 230 0 0,-1 1-322 0 0,0-1 120 0 0,-2 1-72 0 0,1-2 210 0 0,-1 2-230 0 0,1 1-22 0 0,1-3 32 0 0,-1 0 294 0 0,0 1-196 0 0,-1 1-88 0 0,2 0 8 0 0,-2 1 192 0 0,2-3-212 0 0,-2 1 44 0 0,2 1-42 0 0,1-1 28 0 0,-2-1-46 0 0,-1 2 4 0 0,2 0 90 0 0,-2-1-2 0 0,3-2-156 0 0,-2 2 200 0 0,1-1-204 0 0,0 1 274 0 0,-2 0-196 0 0,3 0 144 0 0,-2 0-198 0 0,1-2 192 0 0,0 3-220 0 0,-1-2 70 0 0,1 2-21 0 0,-1 0-17 0 0,-1-1 98 0 0,0 0-16 0 0,3-2-62 0 0,-2-1 74 0 0,10-11-128 0 0,0 0 0 0 0,1-1 30 0 0,0-1 88 0 0,0 3-158 0 0,0 0 28 0 0,-1-2 58 0 0,1 1-26 0 0,-1-2 30 0 0,3 1-12 0 0,-3 0 6 0 0,1-1-56 0 0,1 2 46 0 0,-2-2-56 0 0,1 2 162 0 0,0-2-224 0 0,0 2 96 0 0,0-1-16 0 0,-1-1 14 0 0,1 2 14 0 0,-2 1 58 0 0,2-2-168 0 0,-2 3 102 0 0,0-2 20 0 0,2 0 10 0 0,-2-2 30 0 0,0 2-106 0 0,0 1 76 0 0,0 0-6 0 0,0-1-16 0 0,0 0-42 0 0,-1 1 58 0 0,0-1-60 0 0,0 0 116 0 0,1 2-78 0 0,1-1 52 0 0,-1-1-60 0 0,-2 1-28 0 0,3 15-20 0 0,-1 0 286 0 0,-1 2-166 0 0,-2 0 220 0 0,2 0-80 0 0,-2 1-50 0 0,2-3 12 0 0,0 2 68 0 0,0-1-48 0 0,-1-1 72 0 0,1 0-106 0 0,0-1 78 0 0,0 1-72 0 0,-2-2 226 0 0,1 3-310 0 0,-2-2 170 0 0,5 0-150 0 0,-1 0 120 0 0,2-2-134 0 0,-2 1 308 0 0,1 0-226 0 0,-2 1 68 0 0,2-2-110 0 0,-3 1 106 0 0,2 0-92 0 0,1 0 42 0 0,-1 0-80 0 0,0 1 92 0 0,0 0-128 0 0,1 0 236 0 0,-3 0-328 0 0,2 0 238 0 0,1 0-108 0 0,-2-2 82 0 0,1 2-84 0 0,0-1 102 0 0,-1 0-246 0 0,1-2 244 0 0,-8-10-1664 0 0,-2-2 582 0 0,-1 2-1986 0 0,-1 1 847 0 0,-2 4-2923 0 0,-1 0 2742 0 0</inkml:trace>
  <inkml:trace contextRef="#ctx2" brushRef="#br0">12746 1715 8820,'2'3'0,"0"1"0,0-1 0,-1 1 0,0 1 0,0-1 0,0-1 0,1 2 0,-2-1 0,0 1 0,1-2 0,-1 2 0,-1-1 0,1 1 0,-1 0 0,0-1 0,0 0 0,0 1 0,0-1 0,0 1 0,-1-1 0,0 0 0,-1 1 0,1-1 0,0 0 0,-1 0 0,1 0 0,-1 1 0,0-1 0,-1-1 0,1 1 0,0 0 0,-1-1 0,0 1 0,0 0 0,0-1 0,0 0 0,0 0 0,0 0 0,-1-1 0,1 1 0,-1 0 0,0-1 0,0 0 0,1 0 0,-1 0 0,0 0 0,0-1 0,0 0 0,0 1 0,0-1 0,0 0 0,1-1 0,-1 1 0,0-1 0,0 0 0,0 0 0,0 0 0,0 0 0,1-1 0,-1 1 0,1-1 0,-1 0 0,1-1 0,-1 1 0,1 0 0,0-1 0,0 0 0,1 0 0,-1 0 0,0-1 0,1 1 0,-1-1 0,1 1 0,0-1 0,0 0 0,0 0 0,0 0 0,1-1 0,0 0 0,0 1 0,0-1 0,0 0 0,1 1 0,0-2 0,0 1 0,0 0 0,-1 0 0,2 0 0,0-1 0,-1 1 0,1 0 0,1 0 0,-1-1 0,1 0 0,0 1 0,0-1 0,0 1 0,0 0 0,0-1 0,1 1 0,0-1 0,1 1 0,-1 0 0,0 0 0,1-1 0,-1 2 0,1-2 0,0 1 0,1 0 0,-1 1 0,0-1 0,1 1 0,0-1 0,0 0 0,0 1 0,0 0 0,0 0 0,0 0 0,1 1 0,-1-1 0,1 0 0,0 1 0,-1 0 0,1 0 0,0 0 0,0 0 0,0 0 0,0 1 0,0 0 0,0 0 0,0 0 0,-1 1 0,1-1 0,0 0 0,0 1 0,0 0 0,0 0 0,0 1 0,-1 0 0,1-1 0,-1 1 0,1 0 0,-1 0 0,1 0 0,-1 1 0,0 0 0,0 0 0,-1 0 0,1 0 0,0 1 0,-1-1 0,1 1 0,-1-1 0,0 1 0,0 0 0,0 0 0,0 0 0,-1 1 0,0 0 0</inkml:trace>
  <inkml:trace contextRef="#ctx1" brushRef="#br0" timeOffset="4.99">12232 2745,'1425'-1027</inkml:trace>
  <inkml:trace contextRef="#ctx1" brushRef="#br0" timeOffset="5.99">12189 2714,'8'-978</inkml:trace>
  <inkml:trace contextRef="#ctx0" brushRef="#br1" timeOffset="-187155.19">8033 1866 3312 0 0,'0'0'1760'0'0,"7"-4"-5170"0"0,0-2 1750 0 0</inkml:trace>
  <inkml:trace contextRef="#ctx0" brushRef="#br0" timeOffset="86962.61">9134 2133 2334 0 0,'0'0'4898'0'0,"9"-2"-4456"0"0,2 2 356 0 0,2 0-432 0 0,1 0 4 0 0,-2 0-56 0 0,1 0 8 0 0,1 0 8 0 0,-2-1-116 0 0,5 1-12 0 0,-2-2 24 0 0,3 1 8 0 0,0 0-44 0 0,-2 0 34 0 0,-1-2-206 0 0,1 2 108 0 0,-2 0-72 0 0,-1 1 26 0 0,-3-1 202 0 0,1 1-154 0 0,1-2 944 0 0,-3 1-1012 0 0,-2 0 472 0 0</inkml:trace>
  <inkml:trace contextRef="#ctx0" brushRef="#br1" timeOffset="79563.68">11619 2081 2654 0 0,'0'0'4060'0'0,"-8"6"-6922"0"0,3 0 1300 0 0,-6-8-726 0 0</inkml:trace>
  <inkml:trace contextRef="#ctx0" brushRef="#br0" timeOffset="114538.18">9404 2221 1652 0 0,'0'0'432'0'0,"-10"10"5040"0"0,16-5-5438 0 0,-2 0 984 0 0,8-5-924 0 0,-3 0 394 0 0,3 0-430 0 0,0 0 136 0 0,-2 0-140 0 0,0 0 152 0 0,0 0-214 0 0,0-1 182 0 0,1 1-166 0 0,-1-1 98 0 0,1 1-26 0 0,-1 0-60 0 0,1 0-24 0 0,0-2 60 0 0,-2 1-76 0 0,-2-1 70 0 0,3 1-56 0 0,-2 0 36 0 0,0 0-56 0 0,0-3 50 0 0,2 4 30 0 0,-1-1-50 0 0,0 1-36 0 0,1 0 70 0 0,0 1-46 0 0,-2-1 124 0 0</inkml:trace>
  <inkml:trace contextRef="#ctx0" brushRef="#br0" timeOffset="113389.14">9544 2253 880 0 0,'0'0'10168'0'0,"-3"8"-10096"0"0,0 0-18 0 0,-1-1-54 0 0,1-1 58 0 0,-1 1-34 0 0,1 1-50 0 0,0 1-60 0 0,0 1 112 0 0,-1-2-40 0 0,0 0 68 0 0,1 0-70 0 0,-1-1 54 0 0,2 0-18 0 0,-2-1-54 0 0,2 3 46 0 0,-1-2-12 0 0,1 1-18 0 0,-2-1 66 0 0,1 2-22 0 0,-1-1 38 0 0,2-1 6 0 0,-1 0-4 0 0,1 1-30 0 0,-2 0 88 0 0,2 0-76 0 0,-1-1-28 0 0,2 1 20 0 0,-1 1 158 0 0,1-3-244 0 0,-2 2-60 0 0,-8-8-3672 0 0,-1 0 2802 0 0</inkml:trace>
  <inkml:trace contextRef="#ctx0" brushRef="#br0" timeOffset="38361.15">12239 2746 1730 0 0,'0'0'7564'0'0,"8"3"-7468"0"0,1-1 118 0 0,2-2-120 0 0,-1 2 16 0 0,-1-2-8 0 0,1 1 18 0 0,2-1-90 0 0,-3 2 56 0 0,3-2-22 0 0,1 0-18 0 0,0 0 60 0 0,0 0-56 0 0,1 0 10 0 0,-1-2 12 0 0,3 2-12 0 0,-3-1 32 0 0,3-1-64 0 0,-1 1 12 0 0,2 1 16 0 0,-2-1 4 0 0,1-1 32 0 0,0 1-64 0 0,0 1-16 0 0,-1-1 18 0 0,0-1-4 0 0,-1 2 36 0 0,3-2 8 0 0,-2 2-76 0 0,1-1 28 0 0,-2 0-4 0 0,1 1 34 0 0,-1-2-32 0 0,0 1-32 0 0,1 1 24 0 0,-2 0 40 0 0,0-1-18 0 0,0 1-48 0 0,-1 0-8 0 0,3 0 36 0 0,-2-2-12 0 0,3 2 78 0 0,-2 0-76 0 0,0 0-30 0 0,0 0 26 0 0,1 0 6 0 0,-1-1 26 0 0,1 1 16 0 0,-1 0-34 0 0,0 0 4 0 0,0 0-68 0 0,0 1 68 0 0,-1-1-52 0 0,-2 0 46 0 0,0-1-44 0 0,-1 1 28 0 0,0 0 66 0 0,2 0-60 0 0,1 0-54 0 0,-2 1 74 0 0,0-1-28 0 0,-1 0 20 0 0,1 2 22 0 0,-1-1-48 0 0,0-1 20 0 0,2 1-42 0 0,1 1 58 0 0,-3-2-36 0 0,-1 1 32 0 0,1 0 6 0 0,-1-1-30 0 0,0 2 56 0 0,0-2-16 0 0,3 2-46 0 0,1-2 2 0 0,-2 0-24 0 0,-1 1 48 0 0,1 0-52 0 0,-2-1 78 0 0,1 2-44 0 0,-1-1-22 0 0,2 0 74 0 0,-1 1-106 0 0,0-1 46 0 0,1 1 64 0 0,0-2 2 0 0,-1 1-42 0 0,-1-1-58 0 0,0 1 88 0 0,0 0-30 0 0,0 2-52 0 0,2-2 74 0 0,-1 0-48 0 0,-1 0 68 0 0,0 1 78 0 0,0-1-134 0 0,0-1 128 0 0,2 1-80 0 0,0-1-26 0 0,1 2 32 0 0,1-2-44 0 0,-3 0-28 0 0,1 0 34 0 0,0 0-28 0 0,0 0-16 0 0,2 0 26 0 0,0 0 88 0 0,-5-2-84 0 0,2 1-38 0 0,0 1 82 0 0,0-1-58 0 0,0 1 22 0 0,0-2 8 0 0,0 2-56 0 0,0 0 64 0 0,0-1-26 0 0,-1 0 64 0 0,0-3-104 0 0,-3 3 64 0 0,3-1-58 0 0,-1 0 70 0 0,1-1-80 0 0,-1 1 690 0 0,-15-2-564 0 0,0-1 8 0 0,-3 2-24 0 0,-1-1 170 0 0,0 1-74 0 0,0 1-26 0 0,0-3-52 0 0,-1 3 90 0 0,4-1-72 0 0,1 2-96 0 0,-1-2 42 0 0,-1 1-32 0 0,-1-1 30 0 0,0 2 26 0 0,2 0-90 0 0,-2-1 82 0 0,0 0 54 0 0,-3-1 8 0 0,3 0-62 0 0,-1 0 42 0 0,1 2-110 0 0,1-2 66 0 0,0 0-128 0 0,1 2 138 0 0,-1-3-72 0 0,0 2 90 0 0,-1 1-444 0 0,0-1 394 0 0,2 0-102 0 0,0 0 118 0 0,13 9-966 0 0,0 0 880 0 0,1-3 66 0 0,0 0-24 0 0,0 1-108 0 0,1-1 58 0 0,1 0 14 0 0,-1-1 72 0 0,1 1-92 0 0,0 0 20 0 0,3 0-6 0 0,-4 1 52 0 0,2-1 88 0 0,-2-1-100 0 0,0-1-52 0 0,0 1-16 0 0,3 0 78 0 0,-1 0-116 0 0,0-2 74 0 0,-2 2 194 0 0,2-2-166 0 0,0 2-50 0 0,0-1 16 0 0,1 0 156 0 0,-1-1-200 0 0,-1 2 28 0 0,0-2 20 0 0,1 0-56 0 0,-1 0 6 0 0,1 1 86 0 0,-1-1-102 0 0,0 0 486 0 0,2-1-734 0 0,0-1 366 0 0,-2 1-48 0 0,2-1 26 0 0,-17 5-190 0 0,0 0 256 0 0,-2 0-112 0 0,1 0 28 0 0,1-1 26 0 0,0 0 12 0 0,-1 0-4 0 0,1 0-58 0 0,-2 1 32 0 0,3-2 24 0 0,-1 2 8 0 0,-2-2 12 0 0,2 1-78 0 0,0 0 58 0 0,-1 1 0 0 0,-2-2 20 0 0,3 3-72 0 0,-2-2 98 0 0,1-1-122 0 0,-2 3 140 0 0,1-3-140 0 0,-1 2-8 0 0,2-1 104 0 0,-2 0-50 0 0,2 1 14 0 0,-1-2 66 0 0,2 2-426 0 0,-1-1 328 0 0,1 0-78 0 0,-1 1 80 0 0,1 0-22 0 0,0-1 84 0 0,-1 1-130 0 0,2-1 140 0 0,0 1-68 0 0,0 2 60 0 0,3-1-40 0 0,-3 0 20 0 0,0 0-56 0 0,1 0 172 0 0,0 0-88 0 0,0 0-52 0 0,11-10-934 0 0,0 0 586 0 0,0-1-3286 0 0,-2 0 2242 0 0</inkml:trace>
  <inkml:trace contextRef="#ctx0" brushRef="#br0" timeOffset="99557.17">13539 2893 1492 0 0,'0'0'8194'0'0,"6"4"-7930"0"0,1-1 1302 0 0,-1 2-1352 0 0,-1-1 688 0 0,5-2-776 0 0,-1 0 296 0 0,0 1-260 0 0,0-2 58 0 0,2 2-14 0 0,1-1 50 0 0,1-2-172 0 0,0 1 154 0 0,-2 0-210 0 0,0 0 52 0 0,-2 2-48 0 0,0-2 124 0 0,-1 3-106 0 0,1-3 210 0 0,0 3-234 0 0,-2-1 146 0 0,1 0-74 0 0,1-1 320 0 0,0-3-374 0 0,-1-2 384 0 0</inkml:trace>
  <inkml:trace contextRef="#ctx1" brushRef="#br1" timeOffset="6.99">6270 5304,'2930'-2647</inkml:trace>
  <inkml:trace contextRef="#ctx1" brushRef="#br1" timeOffset="7.99">9052 2698,'148'-41,"-204"184</inkml:trace>
  <inkml:trace contextRef="#ctx0" brushRef="#br0" timeOffset="97117.23">13540 3016 2030 0 0,'0'0'1612'0'0,"1"-6"-1300"0"0,3-3 888 0 0,7 1 4140 0 0,-14-1-5182 0 0,0 2 492 0 0,-8 9-552 0 0,1-2 88 0 0,2 3-88 0 0,0-2-4 0 0,2 3-42 0 0,-2-2 90 0 0,0 3-84 0 0,0-1 40 0 0,1 3-24 0 0,-1-1 26 0 0,2-1-62 0 0,1 0 34 0 0,0 0 10 0 0,0 1 12 0 0,-1 0 50 0 0,0-3-18 0 0,1 4-82 0 0,-2-1 130 0 0,1 2-150 0 0,1-1 102 0 0,1 0-78 0 0,-1 0 80 0 0,2 2-112 0 0,0-2 52 0 0,0 0-38 0 0,0-1 38 0 0,0 3-98 0 0,2-1 180 0 0,0 2-122 0 0,-1 0 214 0 0,4 0-286 0 0,-1-1 62 0 0,1 0 50 0 0,0-1-48 0 0,3 1 30 0 0,-3-1 84 0 0,3-1-184 0 0,1 0 244 0 0,0-2-190 0 0,-2-2-34 0 0,5 3 230 0 0,-3-2-238 0 0,1-1 76 0 0,0 0 176 0 0,3-4-258 0 0,-1-1 262 0 0,-1-1-98 0 0,0 0-186 0 0,3 2 40 0 0,0-2 2 0 0,0 0-118 0 0,-4 0 258 0 0,2-2-214 0 0,-1 1 56 0 0,1-2 170 0 0,-2 0-28 0 0,0 0-212 0 0,-1-1 212 0 0,0 1-22 0 0,0-1-122 0 0,-1 0-28 0 0,0-1 252 0 0,-1-1-84 0 0,0 1-212 0 0,-2 0 134 0 0,3 1-18 0 0,-2-2-158 0 0,-1 1 130 0 0,1-1 60 0 0,0 1-100 0 0,-2 0 70 0 0,2-2 48 0 0,-3 0-110 0 0,0-1 112 0 0,-2 4-196 0 0,0 0 236 0 0,-4 0-200 0 0,0 0 190 0 0,0 3-118 0 0,-1 0 170 0 0,-2 0-44 0 0,1 0-188 0 0,1 2 134 0 0,0-1 50 0 0,-3 1-342 0 0,3 0 352 0 0,-2 4-190 0 0,2 0 100 0 0,0 3 54 0 0,2-3-120 0 0,-3 2 68 0 0,0 1 130 0 0,2-2-248 0 0,1 2 40 0 0,10 0-540 0 0,2 0 498 0 0,4-4-152 0 0,0 0 170 0 0,2-1-164 0 0,0 0 208 0 0,-4-1 0 0 0,1 1-42 0 0,-1-1 8 0 0,0 0 84 0 0,1-2-80 0 0,0 2 32 0 0,0 0-28 0 0,-1-2 34 0 0,0 1-70 0 0,-2-2 90 0 0,1 2-90 0 0,-1 1 674 0 0,-12 4-582 0 0,-1 2 162 0 0,0 1-178 0 0,1 0 2 0 0,-1 1 32 0 0,2-1 138 0 0,-2 2-192 0 0,1-1 44 0 0,1 0 126 0 0,0 0-108 0 0,-1 2-74 0 0,1-2 260 0 0,1 0-228 0 0,-1-2 4 0 0,1 2 36 0 0,0 0 116 0 0,1 3-162 0 0,-2-1 136 0 0,1-1-124 0 0,0-1 202 0 0,0 2-134 0 0,0 0 18 0 0,3 2-6 0 0,-1-1 0 0 0,2-1-10 0 0,-1 0-32 0 0,3-1-148 0 0,-2 1 232 0 0,4-3-44 0 0,0-1-72 0 0,2-3 104 0 0,-1 1-130 0 0,3 1 184 0 0,0-2-180 0 0,2 0 66 0 0,-1-1 166 0 0,0 0-298 0 0,0-1 310 0 0,-2 1-136 0 0,0 1 368 0 0,3-4-292 0 0,0 2 252 0 0,-1-1-316 0 0,2 1 198 0 0,-4-1-254 0 0,0 0 204 0 0</inkml:trace>
  <inkml:trace contextRef="#ctx0" brushRef="#br0" timeOffset="98554.58">13837 3121 1642 0 0,'0'0'5990'0'0,"1"9"-5734"0"0,1 0 826 0 0,0-3-878 0 0,0 3 412 0 0,1 0-384 0 0,-1 0 208 0 0,0-1-228 0 0,0 1 176 0 0,-1 1-202 0 0,0 0 222 0 0,4-2-246 0 0,-3 1 58 0 0,1-2-80 0 0,0 2 160 0 0,0-1-212 0 0,0-1 106 0 0,2 1-12 0 0,-2 0 54 0 0,1-2-164 0 0,-1 0 196 0 0,1 2-228 0 0,1-1 212 0 0,0-1-248 0 0,-1 2 96 0 0</inkml:trace>
  <inkml:trace contextRef="#ctx0" brushRef="#br0" timeOffset="97945.39">13951 3127 1980 0 0,'0'0'4878'0'0,"-5"6"-4712"0"0,1 0 788 0 0,-2-1-664 0 0,2 2 344 0 0,-2-1-430 0 0,1-1 302 0 0,-1 2-286 0 0,1-1 38 0 0,0-1 10 0 0,1 1-52 0 0,-1-1 34 0 0,1 1-14 0 0,-2 1 20 0 0,2-1-32 0 0,-2-1-14 0 0,0 1-12 0 0,1 1 0 0 0,-1-2 32 0 0,2 1-48 0 0,-1-2 32 0 0,-2 3-114 0 0,-1 0 54 0 0,4 1-82 0 0,-4 0 12 0 0,2-2 8 0 0,1 2-32 0 0,1-3-58 0 0,-2 1 126 0 0,2 0-190 0 0,0-1 144 0 0</inkml:trace>
  <inkml:trace contextRef="#ctx0" brushRef="#br1" timeOffset="47264.04">6097 3411 1760 0 0,'0'0'984'0'0,"10"2"-1314"0"0,1 0-166 0 0</inkml:trace>
  <inkml:trace contextRef="#ctx1" brushRef="#br0" timeOffset="8.99">8318 3395,'-197'1133,"-751"-2158,2093 917</inkml:trace>
  <inkml:trace contextRef="#ctx1" brushRef="#br0" timeOffset="9.99">7181 3509,'949'1024,"-3767"1584,1869-3633,3767-1582</inkml:trace>
  <inkml:trace contextRef="#ctx0" brushRef="#br0" timeOffset="169650.98">40 3864 1444 0 0,'0'0'2088'0'0,"8"1"-1976"0"0,-1 1 868 0 0,1-4-862 0 0,1 1 420 0 0,2 1-390 0 0,0-1 248 0 0,2 1-272 0 0,-2-1 108 0 0,1 1-150 0 0,-1-2 52 0 0,-1 2 12 0 0,0-2-42 0 0,1 1 2 0 0,-1 0-10 0 0,1-1 2 0 0,1 1-2 0 0,1 0-2 0 0,-1-3-2 0 0,3 4-26 0 0,-2-1-4 0 0,-1 0-50 0 0,1 0-26 0 0,-2 2 54 0 0,0-1 12 0 0,-1 1-26 0 0,0 0 6 0 0,-1 1 92 0 0,0 0-110 0 0,3 0-18 0 0,-1 0 102 0 0,-1-1-266 0 0,-2-1 132 0 0,4 1-34 0 0,1 1 120 0 0,-2-2-154 0 0,1 2 144 0 0,-3-2-82 0 0,1-2 90 0 0,-1 2-280 0 0,-1-2 58 0 0,-3 8-2808 0 0,1-2 1328 0 0</inkml:trace>
  <inkml:trace contextRef="#ctx0" brushRef="#br1" timeOffset="169650.98">524 3834 2432 0 0,'0'0'3780'0'0,"6"5"-7068"0"0,-1 1 2100 0 0</inkml:trace>
  <inkml:trace contextRef="#ctx0" brushRef="#br0" timeOffset="-95491.11">11130 4013 1444 0 0,'0'0'2088'0'0,"9"2"-1976"0"0,-2 0 868 0 0,1-4-862 0 0,0 0 420 0 0,4 2-390 0 0,-1-1 248 0 0,2 1-272 0 0,-2-1 108 0 0,1 1-150 0 0,-1-2 52 0 0,-1 2 12 0 0,-1-1-42 0 0,3 0 2 0 0,-2 0-10 0 0,1-2 2 0 0,0 2-2 0 0,3 0-2 0 0,-2-2-2 0 0,3 3-26 0 0,-2-1-4 0 0,-1-1-50 0 0,0 1-26 0 0,-1 2 54 0 0,0-1 12 0 0,0 2-26 0 0,-1-1 6 0 0,-1 1 92 0 0,-1-1-110 0 0,4 1-18 0 0,0 1 102 0 0,-2-2-266 0 0,-2-1 132 0 0,4 1-34 0 0,1 0 120 0 0,-2-1-154 0 0,0 2 144 0 0,-1-2-82 0 0,0-2 90 0 0,-2 2-280 0 0,1-1 58 0 0,-4 6-2808 0 0,1 0 1328 0 0</inkml:trace>
  <inkml:trace contextRef="#ctx0" brushRef="#br0" timeOffset="169650.98">83 4918 1390 0 0,'0'0'3680'0'0,"-4"-8"-3464"0"0,3-1 646 0 0,1-1-764 0 0,0 0 282 0 0,0 0-314 0 0,0-2 104 0 0,1 1-62 0 0,1-1 26 0 0,0 3-106 0 0,0-1 2 0 0,-2-1 84 0 0,1 0-28 0 0,-1 0-96 0 0,0 2 98 0 0,2-3-86 0 0,-2 2 138 0 0,0-1-170 0 0,0 2 208 0 0,0-1-68 0 0,0-1-20 0 0,0 2-90 0 0,0-1 10 0 0,0 0-38 0 0,0 0 230 0 0,0-1-198 0 0,0 0-20 0 0,0 0 86 0 0,0 0-136 0 0,-2 0 140 0 0,2-2 0 0 0,-1 4-136 0 0,1 0 40 0 0,0-1 36 0 0,-1-1 52 0 0,1 1-138 0 0,0 0 148 0 0,-1 1-154 0 0,1-1 164 0 0,0 0-138 0 0,-2 1 98 0 0,2 0 82 0 0,-2 0-116 0 0,1-3-100 0 0,1 1 130 0 0,-2 1-46 0 0,1-1 116 0 0,1 0-236 0 0,0 2 170 0 0,0-3-42 0 0,-1 1-42 0 0,1-1 68 0 0,0 1-38 0 0,1 0 12 0 0,-1 0 10 0 0,1 0-146 0 0,-1 0 252 0 0,2 0-166 0 0,-1-1 58 0 0,1 1-18 0 0,0 0 0 0 0,-1 0 98 0 0,0 0-108 0 0,0-1-34 0 0,1 2 48 0 0,-1-2-28 0 0,0 1 54 0 0,2-1-32 0 0,-1-2 22 0 0,-1 2-70 0 0,1 0 50 0 0,-1 1 34 0 0,0-1-44 0 0,1 4 8 0 0,-1-2 4 0 0,-1 1-62 0 0,1-1 72 0 0,1 2-184 0 0,-2-1 504 0 0,5 2-316 0 0,-3 0 320 0 0,8 6-316 0 0,-2-1 56 0 0,5 2-58 0 0,-1-1 44 0 0,1 1-66 0 0,1-1 36 0 0,-3-1-4 0 0,0-1-24 0 0,2 2 4 0 0,-2-1 88 0 0,1 1-126 0 0,-1 0 22 0 0,-1 1-6 0 0,0-1 80 0 0,2 2-126 0 0,0 0 110 0 0,-5 2-70 0 0,4-2 82 0 0,-3 4-76 0 0,0-3 80 0 0,1 1-120 0 0,-3 0 80 0 0,5-2-48 0 0,-1 1 74 0 0,-1-4-90 0 0,1 1 58 0 0,-4-3-164 0 0,2 1-28 0 0,-3-2-772 0 0,1 0 220 0 0</inkml:trace>
  <inkml:trace contextRef="#ctx0" brushRef="#br0" timeOffset="-174044.26">6830 4085 2174 0 0,'0'0'2486'0'0,"-1"8"-2266"0"0,-1 2 928 0 0,2 1-882 0 0,-1-1 312 0 0,1 2-470 0 0,-1 1 92 0 0,0-4-44 0 0,-1 1 140 0 0,-1 0-64 0 0,1 2-54 0 0,-2-1 26 0 0,2 0-56 0 0,-1 0-38 0 0,1 0 74 0 0,-3 0-86 0 0,-1 0 68 0 0,2 1-46 0 0,0-2-12 0 0,0 0 14 0 0,0 0 32 0 0,0 0-48 0 0,-1 0-66 0 0,1 1 52 0 0,-1-1-26 0 0,1 0 70 0 0,-2-1-30 0 0,1 1-28 0 0,-3 0 30 0 0,3 0-12 0 0,-3-1 12 0 0,2 0 16 0 0,-1 0-36 0 0,0-3-32 0 0,0 1 30 0 0,1-1 4 0 0,0-1 22 0 0,-2 1 32 0 0,2 0-74 0 0,-2-2-8 0 0,2-1 22 0 0,-1 2 6 0 0,-1-2 26 0 0,1 0-4 0 0,1-1 8 0 0,-3 1-64 0 0,0-1 194 0 0,-1-2-220 0 0,0-2 126 0 0,3-3-110 0 0,-2-1-44 0 0,5-1-24 0 0,0 0 26 0 0,4-4-86 0 0,0 0 68 0 0,4 1-6 0 0,0 0-8 0 0,2 3-40 0 0,-2-1 14 0 0,2 1 16 0 0,0-1 18 0 0,0-1 4 0 0,2 1-40 0 0,-2 0-4 0 0,1 2 48 0 0,0 0-68 0 0,-2-1 60 0 0,1 3-42 0 0,0 0-32 0 0,1 0 22 0 0,-1-1 104 0 0,1 2-146 0 0,0 0 122 0 0,4 1-70 0 0,0 0 96 0 0,-4 6-12 0 0,1-1-20 0 0,-1 3-24 0 0,1 0 4 0 0,-5 1 16 0 0,0-1 32 0 0,1 1-56 0 0,0-1 10 0 0,1 1 2 0 0,-1 2 46 0 0,0-1 4 0 0,-1 0 18 0 0,1 1-58 0 0,-1-1 40 0 0,1 1-6 0 0,-1-1 6 0 0,0 1 44 0 0,1-2-32 0 0,-2 1-22 0 0,2-1-6 0 0,0 0 14 0 0,-2 0 58 0 0,4 2-84 0 0,-2 1 32 0 0,1-4-16 0 0,-3 1 76 0 0,3 1-18 0 0,1 1-66 0 0,0-5-24 0 0,-2 2 56 0 0,3-4-24 0 0,-2 2-8 0 0,6-2 8 0 0,-4-2 62 0 0,3-2-86 0 0,-1 1 52 0 0,-1-2-4 0 0,2 1-14 0 0,0-4-46 0 0,-2 2 40 0 0,-1-1-8 0 0,-1 1-4 0 0,0-1 34 0 0,0 1-100 0 0,1-2-216 0 0,0 0 2 0 0,0-1-3656 0 0,-1 2 2254 0 0</inkml:trace>
  <inkml:trace contextRef="#ctx0" brushRef="#br1" timeOffset="-123711.38">11615 3983 2432 0 0,'0'0'3780'0'0,"6"6"-7068"0"0,-1-1 2100 0 0</inkml:trace>
  <inkml:trace contextRef="#ctx0" brushRef="#br0" timeOffset="-97266.96">11173 5068 1390 0 0,'0'0'3680'0'0,"-3"-9"-3464"0"0,2 1 646 0 0,1-2-764 0 0,0-1 282 0 0,0 1-314 0 0,0-1 104 0 0,1 0-62 0 0,1-2 26 0 0,-1 5-106 0 0,2-2 2 0 0,-3-1 84 0 0,1-1-28 0 0,-1 1-96 0 0,0 2 98 0 0,2-2-86 0 0,-2 1 138 0 0,0-1-170 0 0,0 1 208 0 0,0 0-68 0 0,0 0-20 0 0,0 1-90 0 0,0-1 10 0 0,0 0-38 0 0,0-1 230 0 0,0 1-198 0 0,0-1-20 0 0,0 0 86 0 0,0-1-136 0 0,-2 1 140 0 0,2-1 0 0 0,-1 2-136 0 0,1 2 40 0 0,0-2 36 0 0,-2-2 52 0 0,2 3-138 0 0,0-1 148 0 0,-1 1-154 0 0,1-1 164 0 0,0 0-138 0 0,-1 0 98 0 0,1 2 82 0 0,-2-2-116 0 0,1-1-100 0 0,1 0 130 0 0,-2 1-46 0 0,1-2 116 0 0,1 1-236 0 0,0 2 170 0 0,0-3-42 0 0,-1 1-42 0 0,1 0 68 0 0,0 0-38 0 0,1 0 12 0 0,-1-1 10 0 0,1 2-146 0 0,-1-2 252 0 0,2 1-166 0 0,-1 0 58 0 0,1 0-18 0 0,-1 0 0 0 0,0-1 98 0 0,1 1-108 0 0,-1 0-34 0 0,1 0 48 0 0,-1 0-28 0 0,0 0 54 0 0,2-2-32 0 0,-2 0 22 0 0,1 1-70 0 0,0-1 50 0 0,-1 2 34 0 0,0 0-44 0 0,1 2 8 0 0,-1 0 4 0 0,-1-1-62 0 0,1 0 72 0 0,1 2-184 0 0,-2-1 504 0 0,4 3-316 0 0,-1-1 320 0 0,6 5-316 0 0,0 1 56 0 0,3 1-58 0 0,0-2 44 0 0,2 2-66 0 0,-1-1 36 0 0,-1 0-4 0 0,-1-2-24 0 0,2 2 4 0 0,-2-1 88 0 0,1 0-126 0 0,-1 1 22 0 0,-1 1-6 0 0,0-1 80 0 0,2 2-126 0 0,0 0 110 0 0,-5 3-70 0 0,4-3 82 0 0,-4 3-76 0 0,2-1 80 0 0,0 0-120 0 0,-3-1 80 0 0,5 0-48 0 0,-2-1 74 0 0,1-2-90 0 0,0-1 58 0 0,-4-2-164 0 0,1 1-28 0 0,-1-1-772 0 0,-1-2 220 0 0</inkml:trace>
  <inkml:trace contextRef="#ctx0" brushRef="#br0" timeOffset="169650.98">1112 4435 2572 0 0,'0'0'6564'0'0,"1"13"-12808"0"0,1-1 3356 0 0</inkml:trace>
  <inkml:trace contextRef="#ctx0" brushRef="#br0" timeOffset="169650.98">5 4531 1788 0 0,'0'0'2376'0'0,"7"-4"-2078"0"0,0 0 198 0 0,3 3-278 0 0,0-1 310 0 0,0 1-346 0 0,2-2 126 0 0,-1 2-136 0 0,0-1 22 0 0,0 2-44 0 0,-1 0 50 0 0,-1 0-100 0 0,1 0 70 0 0,0 0-198 0 0,-1 0 202 0 0,2 0-80 0 0,-1 0 100 0 0,-1-1-108 0 0,0 0 102 0 0,0-1-256 0 0,1-1 134 0 0,-4 1-1466 0 0,1-2 510 0 0</inkml:trace>
  <inkml:trace contextRef="#ctx0" brushRef="#br0" timeOffset="169650.98">979 4561 1724 0 0,'0'0'3598'0'0,"-7"-2"-4336"0"0,-1-3 1266 0 0,-2 3-482 0 0,2 1 162 0 0,-1 5-186 0 0,3 1 62 0 0,0 1-22 0 0,0 1-40 0 0,2 3 6 0 0,2 0 86 0 0,-2 1-88 0 0,3 0 18 0 0,0 1-48 0 0,-1-1 102 0 0,4 1-78 0 0,-2-1 4 0 0,2-1 22 0 0,2 2-38 0 0,-1-3-16 0 0,0 0 38 0 0,3 0-36 0 0,0 1 16 0 0,-2-3 0 0 0,1 0 2 0 0,-1-1 8 0 0,1 2-42 0 0,-1-1 24 0 0,2 1 8 0 0,-2-1 6 0 0,0 0 10 0 0,0 2-32 0 0,0-2-38 0 0,-1-1 50 0 0,0 0-8 0 0,2 4 0 0 0,0 0 10 0 0,-3-3-16 0 0,1 0 32 0 0,0 1-52 0 0,0 0 896 0 0,-6 1-710 0 0,0-1 348 0 0,-6-4-384 0 0,1 1 384 0 0,-4-6-366 0 0,-1-1 186 0 0,5-1-202 0 0,-2 0 126 0 0,1 0-144 0 0,1 0 128 0 0,0-2-178 0 0,-2 1 0 0 0,3 1 18 0 0,0-1-24 0 0,2 1-112 0 0,-2 0 46 0 0</inkml:trace>
  <inkml:trace contextRef="#ctx0" brushRef="#br0" timeOffset="-90577.41">12202 4585 2572 0 0,'0'0'6564'0'0,"1"13"-12808"0"0,2-1 3356 0 0</inkml:trace>
  <inkml:trace contextRef="#ctx0" brushRef="#br0" timeOffset="169650.98">1118 4588 1688 0 0,'0'0'4028'0'0,"-1"8"-3828"0"0,-2 1 346 0 0,2 3-366 0 0,1 0 18 0 0,0 0-16 0 0,1 0-104 0 0,1-4 104 0 0,-2 2-120 0 0,1 0 6 0 0,-1 2 56 0 0,1-3-50 0 0,-1 1-14 0 0,0 0-6 0 0,0 1 90 0 0,0 0-106 0 0,0 0 66 0 0,0 0-116 0 0,0-1 64 0 0,0 2-62 0 0,-1-3 110 0 0,1 1-378 0 0,-1-1 26 0 0</inkml:trace>
  <inkml:trace contextRef="#ctx0" brushRef="#br0" timeOffset="169650.98">1826 4597 2210 0 0,'0'0'2648'0'0,"-3"8"-2362"0"0,0 1 678 0 0,0-2-652 0 0,-1-1 308 0 0,1 5-474 0 0,0 0 290 0 0,-1 0-252 0 0,2 0 80 0 0,-1-3-96 0 0,0 1 40 0 0,-1 0-10 0 0,1 0 18 0 0,-1 1 72 0 0,-1 0-108 0 0,0 1 44 0 0,-1 0-42 0 0,3 0-6 0 0,-3-1 58 0 0,1 0-72 0 0,-2-1 10 0 0,2 0-24 0 0,-1-2-8 0 0,2 0 42 0 0,-1-1-52 0 0,-1-1 10 0 0,0-1 36 0 0,-1 0-80 0 0,-1 0 12 0 0,-2-1-50 0 0,-1-1 44 0 0,3-4-40 0 0,-2-1-16 0 0,2-1-58 0 0,1-1 34 0 0,1 0-98 0 0,0-3 8 0 0,2 1-102 0 0,0-1 112 0 0,6-2-48 0 0,0 0 44 0 0,3 5-116 0 0,-1-1 164 0 0,1 1-90 0 0,1 0 82 0 0,2 8-18 0 0,1 0 64 0 0,-5 2-92 0 0,0 3 144 0 0,2 1-80 0 0,-1 0-8 0 0,-1-3 28 0 0,0 0 28 0 0,-1 0-28 0 0,1 0 24 0 0,1 0-20 0 0,-3 1 80 0 0,4 2-66 0 0,-1-1 42 0 0,0-2-34 0 0,-1-1 70 0 0,0 5-72 0 0,0-1-26 0 0,2 0 24 0 0,-2-1 22 0 0,4-2-50 0 0,-3 1 16 0 0,1-3-2 0 0,0 2 2 0 0,1-4-36 0 0,0 1 78 0 0,2 1-106 0 0,-1-3 46 0 0,2-1 12 0 0,-1 0-42 0 0,0-1-268 0 0,-1-3 50 0 0,-2 0-1332 0 0,-1 0 650 0 0,1 0-1426 0 0,0-2 1054 0 0</inkml:trace>
  <inkml:trace contextRef="#ctx0" brushRef="#br0" timeOffset="169650.98">1223 4601 2028 0 0,'0'0'4896'0'0,"3"9"-4830"0"0,0-2 230 0 0,-2 3-164 0 0,0-2 186 0 0,2 5-176 0 0,-1-2 62 0 0,-1 1-84 0 0,0 2 40 0 0,1-4 50 0 0,-2-2-156 0 0,1 4 74 0 0,-1-2-10 0 0,1 1 42 0 0,-1 0-100 0 0,4 1 6 0 0,-3 0 6 0 0,-1-2-22 0 0,0 2 52 0 0,1-2-72 0 0,-1 1 26 0 0,2 1-12 0 0,-2-1 52 0 0,1 1-42 0 0,-1-3 368 0 0,0 1-340 0 0,0 0 1004 0 0,-3-19-1056 0 0,2 0 52 0 0,0 1-66 0 0,-3-2-30 0 0,8-2-20 0 0,-3-2-4 0 0,2 6 12 0 0,-1-2-36 0 0,3 2 0 0 0,-2-2-4 0 0,2 1-10 0 0,-1-1 2 0 0,2 0-44 0 0,-1-2 24 0 0,2 3 70 0 0,0-1-76 0 0,0 2 62 0 0,2-2-96 0 0,-1 2 76 0 0,0 1 66 0 0,-2 1-90 0 0,1 0 66 0 0,-2 4-56 0 0,3-3 72 0 0,0 7-84 0 0,0-1 98 0 0,-2 5-138 0 0,1 0 150 0 0,-4 0-50 0 0,1 0 42 0 0,-2 2 14 0 0,1-1 38 0 0,0 4-42 0 0,-1-1 6 0 0,-1 3 24 0 0,0-1-16 0 0,-1 1-24 0 0,0-1 80 0 0,2 1-112 0 0,-2-2 28 0 0,1-2-52 0 0,0 0 98 0 0,2 0-90 0 0,-2-2 44 0 0,4 2-108 0 0,-1-3 160 0 0,3-3-106 0 0,0 0 56 0 0,3-3-574 0 0,1 1-44 0 0,-1 4-2416 0 0,1-2 1764 0 0,-1 0-3670 0 0</inkml:trace>
  <inkml:trace contextRef="#ctx0" brushRef="#br0" timeOffset="203492.73">378 4683 1826 0 0,'0'0'4102'0'0,"0"-10"-3622"0"0,0-2 1530 0 0,-1 6-1768 0 0,-2-3 672 0 0,-1 2-654 0 0,-2 0 368 0 0,2 3-390 0 0,-1-1 366 0 0,-4 3-456 0 0,2-1 388 0 0,-4 3-470 0 0,1 0 128 0 0,2 3-206 0 0,-2 0 52 0 0,4 1-24 0 0,-2-1 86 0 0,1 4-58 0 0,-1-2-62 0 0,3 3-6 0 0,-1-3 44 0 0,0 4 12 0 0,-1-3-76 0 0,2 2 76 0 0,-1 1-36 0 0,0 0-10 0 0,2-3 24 0 0,0 3 24 0 0,-1-2-30 0 0,2 2-18 0 0,0-1-18 0 0,0-1 2 0 0,1-1 34 0 0,-2 6 14 0 0,0-1-46 0 0,4 0-8 0 0,-1-1 72 0 0,2 0-40 0 0,-1-1-28 0 0,3 1 46 0 0,0 0-24 0 0,3 0-44 0 0,-2-2 32 0 0,1 0 42 0 0,2-2 20 0 0,1 0-104 0 0,-2 0 58 0 0,4-2 38 0 0,-2 0-100 0 0,2 0 42 0 0,-1-1 46 0 0,0 0-26 0 0,1-2 16 0 0,1-1 20 0 0,0-1 42 0 0,-2-1-128 0 0,-3-1 68 0 0,5 0 20 0 0,-4 1-40 0 0,1-2-80 0 0,-3 1 20 0 0,3-2-118 0 0,-3 1-10 0 0,1-1-1362 0 0,-1 0 600 0 0</inkml:trace>
  <inkml:trace contextRef="#ctx0" brushRef="#br0" timeOffset="-175402.52">6281 4650 414 0 0,'0'0'3240'0'0,"-11"-7"1298"0"0,21 7-4494 0 0,-2-1 772 0 0,2 3-642 0 0,-1 2 312 0 0,-1-2-348 0 0,0-1 206 0 0,1 1-270 0 0,0-1 198 0 0,0 2-166 0 0,-1-2-28 0 0,-1 3-40 0 0,0-1 226 0 0,0 1-176 0 0,0-1 62 0 0,0 2-74 0 0,0-3 92 0 0,0 2-108 0 0,-1-1 168 0 0,-1 1-172 0 0,1 1 130 0 0,-1 0-138 0 0,1-1 20 0 0,1 3-24 0 0,-2-1 28 0 0,1-1-70 0 0,0 2 116 0 0,-1-1-76 0 0,0-2 32 0 0,-1 2-76 0 0,-1-1 148 0 0,2 1-142 0 0,-1-1 32 0 0,1 3-8 0 0,0-3 136 0 0,1 1-168 0 0,-3 0 26 0 0,3 1 14 0 0,-2 1 28 0 0,2-1-82 0 0,-1 0 150 0 0,0-2-140 0 0,-1 1 94 0 0,0 1-118 0 0,0-2 132 0 0,2 1-78 0 0,-2 0-52 0 0,1 0 86 0 0,0 0-54 0 0,-1 1 22 0 0,1-1 20 0 0,0-1-24 0 0,-1 1 184 0 0,0 1-114 0 0,1-2 16 0 0,-3 2-68 0 0,1 0 20 0 0,1 1-52 0 0,-1-2 250 0 0,-1 1-198 0 0,0 0 228 0 0,1 1-256 0 0,-1 0 392 0 0</inkml:trace>
  <inkml:trace contextRef="#ctx0" brushRef="#br0" timeOffset="-96551.13">11096 4680 1788 0 0,'0'0'2376'0'0,"6"-3"-2078"0"0,2-1 198 0 0,2 3-278 0 0,-1-1 310 0 0,2 0-346 0 0,0 0 126 0 0,0 0-136 0 0,1 1 22 0 0,-1 1-44 0 0,-1 0 50 0 0,-1 0-100 0 0,1 0 70 0 0,0 0-198 0 0,-1 0 202 0 0,2 0-80 0 0,-1 0 100 0 0,-1-1-108 0 0,0-1 102 0 0,0 1-256 0 0,1-2 134 0 0,-4 0-1466 0 0,1-1 510 0 0</inkml:trace>
  <inkml:trace contextRef="#ctx0" brushRef="#br0" timeOffset="-91798.13">12070 4710 1724 0 0,'0'0'3598'0'0,"-7"-2"-4336"0"0,-1-2 1266 0 0,-2 2-482 0 0,1 0 162 0 0,1 7-186 0 0,2-1 62 0 0,0 3-22 0 0,0 0-40 0 0,2 3 6 0 0,1-1 86 0 0,0 3-88 0 0,2-1 18 0 0,0 0-48 0 0,-1 0 102 0 0,4 2-78 0 0,-2-2 4 0 0,2-1 22 0 0,1 1-38 0 0,1-1-16 0 0,-1-2 38 0 0,3 2-36 0 0,0 0 16 0 0,-2-4 0 0 0,1 1 2 0 0,-1 0 8 0 0,1 1-42 0 0,-1-1 24 0 0,2 1 8 0 0,-3-1 6 0 0,2 0 10 0 0,-1 1-32 0 0,0-1-38 0 0,-1 0 50 0 0,0-2-8 0 0,2 6 0 0 0,-1-1 10 0 0,-1-4-16 0 0,0 1 32 0 0,0 2-52 0 0,-1-1 896 0 0,-4 0-710 0 0,-1 1 348 0 0,-6-5-384 0 0,1 0 384 0 0,-4-5-366 0 0,-1-1 186 0 0,4 0-202 0 0,0-1 126 0 0,0 0-144 0 0,1-1 128 0 0,0 0-178 0 0,-2 0 0 0 0,3 1 18 0 0,0-2-24 0 0,2 3-112 0 0,-3-1 46 0 0</inkml:trace>
  <inkml:trace contextRef="#ctx0" brushRef="#br0" timeOffset="-91061.56">12209 4737 1688 0 0,'0'0'4028'0'0,"-1"8"-3828"0"0,-2 1 346 0 0,1 3-366 0 0,2 1 18 0 0,0-1-16 0 0,2 0-104 0 0,0-4 104 0 0,-2 2-120 0 0,1 0 6 0 0,-1 1 56 0 0,1-1-50 0 0,-1-1-14 0 0,0 1-6 0 0,0 2 90 0 0,0-2-106 0 0,0 2 66 0 0,0-1-116 0 0,0-1 64 0 0,0 1-62 0 0,-1-1 110 0 0,1 0-378 0 0,-1-2 26 0 0</inkml:trace>
  <inkml:trace contextRef="#ctx0" brushRef="#br0" timeOffset="-88597.83">12916 4747 2210 0 0,'0'0'2648'0'0,"-2"8"-2362"0"0,-1 1 678 0 0,0-3-652 0 0,-1 0 308 0 0,1 5-474 0 0,0 0 290 0 0,-1 1-252 0 0,2-2 80 0 0,-2-1-96 0 0,2-1 40 0 0,-2 1-10 0 0,1 0 18 0 0,-1 1 72 0 0,-1 0-108 0 0,0 2 44 0 0,-1-1-42 0 0,2-1-6 0 0,-1 1 58 0 0,-1-2-72 0 0,0 1 10 0 0,1-1-24 0 0,-1-3-8 0 0,2 1 42 0 0,-2 0-52 0 0,1-3 10 0 0,-1 1 36 0 0,-1-1-80 0 0,-1 0 12 0 0,-2-1-50 0 0,-1-2 44 0 0,3-2-40 0 0,-2-2-16 0 0,2-1-58 0 0,1-1 34 0 0,1-1-98 0 0,0-2 8 0 0,2 1-102 0 0,0 0 112 0 0,6-3-48 0 0,0-1 44 0 0,3 6-116 0 0,-1 0 164 0 0,1-1-90 0 0,1 2 82 0 0,2 6-18 0 0,1 1 64 0 0,-5 3-92 0 0,0 1 144 0 0,2 3-80 0 0,-1-2-8 0 0,-1-1 28 0 0,-1-2 28 0 0,1 1-28 0 0,0 1 24 0 0,1-2-20 0 0,-3 3 80 0 0,4 0-66 0 0,-1 1 42 0 0,0-4-34 0 0,-1 1 70 0 0,0 4-72 0 0,0-1-26 0 0,2 0 24 0 0,-2-1 22 0 0,3-3-50 0 0,-1 3 16 0 0,-1-4-2 0 0,2 1 2 0 0,0-2-36 0 0,0 0 78 0 0,2 0-106 0 0,-1-2 46 0 0,2-1 12 0 0,-1 0-42 0 0,0-1-268 0 0,-1-2 50 0 0,-2-1-1332 0 0,-1 0 650 0 0,1-1-1426 0 0,0 0 1054 0 0</inkml:trace>
  <inkml:trace contextRef="#ctx0" brushRef="#br0" timeOffset="-89625.48">12314 4751 2028 0 0,'0'0'4896'0'0,"3"8"-4830"0"0,-1-1 230 0 0,0 3-164 0 0,-1-2 186 0 0,2 5-176 0 0,-1-1 62 0 0,-1 0-84 0 0,0 1 40 0 0,1-3 50 0 0,-2-1-156 0 0,1 2 74 0 0,-1-1-10 0 0,1 1 42 0 0,-1 1-100 0 0,3 0 6 0 0,-1-1 6 0 0,-2 0-22 0 0,0 0 52 0 0,1-1-72 0 0,-1 1 26 0 0,2 2-12 0 0,-2-2 52 0 0,1 0-42 0 0,-1-1 368 0 0,0 0-340 0 0,0-1 1004 0 0,-3-17-1056 0 0,2-2 52 0 0,-1 2-66 0 0,-1-2-30 0 0,6-2-20 0 0,-1-1-4 0 0,1 5 12 0 0,-1-2-36 0 0,2 1 0 0 0,0 0-4 0 0,1-1-10 0 0,-1 0 2 0 0,2 0-44 0 0,-1-1 24 0 0,2 2 70 0 0,0-1-76 0 0,0 1 62 0 0,2 0-96 0 0,-1 0 76 0 0,0 2 66 0 0,-2 1-90 0 0,1 1 66 0 0,-2 2-56 0 0,3-1 72 0 0,0 6-84 0 0,0-1 98 0 0,-2 4-138 0 0,1 1 150 0 0,-5 1-50 0 0,3-2 42 0 0,-3 4 14 0 0,1-2 38 0 0,0 4-42 0 0,-1-1 6 0 0,-1 2 24 0 0,0 1-16 0 0,-1 0-24 0 0,0-1 80 0 0,2 1-112 0 0,-2-3 28 0 0,1-1-52 0 0,0 0 98 0 0,2 0-90 0 0,-2-2 44 0 0,4 2-108 0 0,-1-2 160 0 0,3-4-106 0 0,0-1 56 0 0,3-2-574 0 0,1 2-44 0 0,-1 2-2416 0 0,1 0 1764 0 0,-2-1-3670 0 0</inkml:trace>
  <inkml:trace contextRef="#ctx0" brushRef="#br0" timeOffset="169650.98">1689 4811 1336 0 0,'0'0'7542'0'0,"-3"9"-7380"0"0,1-1 162 0 0,-3-2-196 0 0,-1-1 200 0 0,1 2-202 0 0,-1 0-68 0 0,2-1 36 0 0,-1-1 74 0 0,1 1-124 0 0,-2 0 62 0 0,2-1-54 0 0,0 1 114 0 0,-3-1-118 0 0,0 1 140 0 0,2-2-88 0 0,-1 0 52 0 0,0 2-140 0 0,1-1 114 0 0,-1 0-70 0 0,-2-3 332 0 0,1-3-414 0 0,-4 0 100 0 0,6-4-94 0 0,-2 0 182 0 0,3-1-148 0 0,-1-1 54 0 0,1 0-58 0 0,2 0 40 0 0,-1-1-98 0 0,2 0 28 0 0,-1-1 0 0 0,1 1 26 0 0,2-1-46 0 0,2 0 36 0 0,0 2 28 0 0,1-2-52 0 0,0 1 10 0 0,1-1 44 0 0,0 3-60 0 0,-2 1 72 0 0,1-1-24 0 0,0 2-14 0 0,5 0-78 0 0,-3 1 90 0 0,4 3-104 0 0,0 0 132 0 0,-2-1-20 0 0,1 0-2 0 0,-1 1 10 0 0,2-1-20 0 0,-2 2-142 0 0,0 1 218 0 0,-3 5-124 0 0,1-3 160 0 0,-3 4-166 0 0,0 0 78 0 0,0 2-32 0 0,-1-2 96 0 0,-1 2-84 0 0,0-2 60 0 0,1 1-130 0 0,-1-1 128 0 0,-4-15-2852 0 0,-1 2 1424 0 0</inkml:trace>
  <inkml:trace contextRef="#ctx0" brushRef="#br0" timeOffset="-93870.08">11397 4801 1622 0 0,'0'0'4134'0'0,"8"3"-3894"0"0,2-2 120 0 0,-2-1-254 0 0,2-1 186 0 0,1 2-164 0 0,2-1 44 0 0,1-1-116 0 0,-2 1 150 0 0,2 0-206 0 0,-1 0 62 0 0,1-2-96 0 0,-1 1 210 0 0,-1 0-152 0 0,-1-1 216 0 0,-1 1-176 0 0,0-1 108 0 0,-2 1-30 0 0,1 0 16 0 0,-1-1-182 0 0,0 1 190 0 0,0-2-172 0 0,0 2 66 0 0,0-1-132 0 0,0 0 102 0 0,2 2-200 0 0,0-2-100 0 0,-2 5-2016 0 0,-1 0 1114 0 0</inkml:trace>
  <inkml:trace contextRef="#ctx0" brushRef="#br0" timeOffset="-93288.99">11795 4792 2836 0 0,'0'0'3486'0'0,"6"2"-4230"0"0,1 1 86 0 0,-1 5-1944 0 0,-2 1 286 0 0</inkml:trace>
  <inkml:trace contextRef="#ctx0" brushRef="#br0" timeOffset="-94494.7">11546 4833 2054 0 0,'-7'4'1926'0'0,"7"6"-1624"0"0,0 1 260 0 0,0 0-264 0 0,-1-2 248 0 0,-1 4-378 0 0,1-1 176 0 0,1 2-140 0 0,-2-1 98 0 0,2 1-130 0 0,-1 0-18 0 0,1-5-154 0 0,0 1 138 0 0,-1 0 68 0 0,-1 1 22 0 0,1-1-72 0 0,0 0 0 0 0,-1-1-32 0 0,1 1 0 0 0,-2-1-6 0 0,1-1-2 0 0,1 1-152 0 0,-2-3 148 0 0,5 5-3884 0 0,-1-4 2794 0 0</inkml:trace>
  <inkml:trace contextRef="#ctx0" brushRef="#br0" timeOffset="-86866.16">12780 4961 1336 0 0,'0'0'7542'0'0,"-3"8"-7380"0"0,1 0 162 0 0,-3-2-196 0 0,-1 0 200 0 0,1 1-202 0 0,-1 0-68 0 0,2-2 36 0 0,-1 1 74 0 0,0-1-124 0 0,0 1 62 0 0,1 0-54 0 0,0-1 114 0 0,-3 1-118 0 0,-1 0 140 0 0,3-3-88 0 0,0 1 52 0 0,-1 2-140 0 0,0 0 114 0 0,1-2-70 0 0,-3-1 332 0 0,0-5-414 0 0,-2 1 100 0 0,5-3-94 0 0,-2-2 182 0 0,3 0-148 0 0,-1 0 54 0 0,1-1-58 0 0,2 0 40 0 0,-1-2-98 0 0,2 1 28 0 0,-1-1 0 0 0,1 2 26 0 0,2-2-46 0 0,2-1 36 0 0,0 3 28 0 0,0-2-52 0 0,2 1 10 0 0,0 0 44 0 0,0 2-60 0 0,-3 0 72 0 0,3 1-24 0 0,-1 0-14 0 0,4 2-78 0 0,-1 0 90 0 0,3 3-104 0 0,0 0 132 0 0,-2-2-20 0 0,0 1-2 0 0,1 1 10 0 0,1-1-20 0 0,-2 2-142 0 0,0 2 218 0 0,-4 3-124 0 0,2-1 160 0 0,-2 2-166 0 0,-1 1 78 0 0,0 2-32 0 0,-2-2 96 0 0,1 2-84 0 0,-1-1 60 0 0,1-1-130 0 0,-1 1 128 0 0,-4-16-2852 0 0,-1 1 1424 0 0</inkml:trace>
  <inkml:trace contextRef="#ctx0" brushRef="#br0" timeOffset="30655.08">6274 5193 1178 0 0,'0'0'3502'0'0,"-5"-2"-3408"0"0,-3-3 2618 0 0,4 11-2792 0 0,0 1 140 0 0,1 0-36 0 0,-1 1 180 0 0,0-1-218 0 0,1-1 110 0 0,-1 1-6 0 0,0-1-54 0 0,-2-1-6 0 0,1 1 46 0 0,0-1-108 0 0,1 1 18 0 0,0 1-134 0 0,0-2 290 0 0,3 2-218 0 0,-3 1 262 0 0,3 1-188 0 0,0-1 30 0 0,3 1-166 0 0,2-1 136 0 0,-1-2-82 0 0,3 1 250 0 0,-2-2-4 0 0,2 1-292 0 0,1-3 60 0 0,-2 0 296 0 0,4-1-324 0 0,-1 0 66 0 0,3-1-194 0 0,-1-1 750 0 0,0-1-678 0 0,-2-1 68 0 0,1-1 152 0 0,-1-1 44 0 0,-1 0-172 0 0,0 0 284 0 0,0-2-416 0 0,0 1 124 0 0,-3-1 28 0 0,2 1 200 0 0,-2-1-204 0 0,-2-1 28 0 0,1-1 78 0 0,-1-2 372 0 0,-5 1-306 0 0,0 1 182 0 0,-2 2-194 0 0,-1 2 224 0 0,0 0-284 0 0,0 0 66 0 0,-3 3-150 0 0,1-1 62 0 0,-2 2-66 0 0,0 2 266 0 0,2-1-242 0 0,-1 0 84 0 0,0 0-182 0 0,-1 1 248 0 0,3 1-160 0 0,-1 0 82 0 0,2 3-74 0 0,1-3-60 0 0,-1 4 114 0 0,1-1-58 0 0,2 2 30 0 0,0 0-12 0 0,-2-1 62 0 0,3 2 10 0 0,-1-1-46 0 0,0 1-124 0 0,3-1-6 0 0,-1 1 38 0 0,2-1-52 0 0,2-1 208 0 0,1-2-272 0 0,2 1 64 0 0,0-2 148 0 0,2-1 2 0 0,1-2-308 0 0,0-1 362 0 0,1-1-136 0 0,-1-2 114 0 0,0-1-56 0 0,-1 0 46 0 0,-1-2-440 0 0,0 1 412 0 0,-1-1-36 0 0,-1 1 24 0 0,1-1 70 0 0,-2-1 24 0 0,1 1-102 0 0,2-1-158 0 0,-5 1 34 0 0,2-2 112 0 0,-1 2-272 0 0,1-1 616 0 0,-1-2-294 0 0,-1 2 190 0 0,-1-3-426 0 0,-1 2 178 0 0,0-2-2 0 0,-1-1 160 0 0,-1 3-236 0 0,0-2 152 0 0,0 1-344 0 0,-1 1 448 0 0,-1 2-234 0 0,0 1 192 0 0,-2 0-70 0 0,1 0 2 0 0,-1 0-2 0 0,0-1-116 0 0,2 2 46 0 0,-2 0-120 0 0,-2 1-76 0 0,-1 1 454 0 0,2 3-358 0 0,-2 0 178 0 0,1 3 32 0 0,-1-1-118 0 0,3 1 34 0 0,-2 0 84 0 0,3 2-56 0 0,-3 0-78 0 0,3 0-168 0 0,-2 1 142 0 0,3 0 130 0 0,0 0-6 0 0,0 0 22 0 0,-1 2-112 0 0,2-1-206 0 0,0 1 160 0 0,1 0 60 0 0,0 1 48 0 0,0-2-192 0 0,-1 1 436 0 0,4 1-180 0 0,1 0-142 0 0,2-1-108 0 0,-1-1 146 0 0,1-2-56 0 0,1 0 136 0 0,0-1-32 0 0,1 0 0 0 0,2-3 46 0 0,-2 0-246 0 0,6-4 34 0 0,1 1 28 0 0,-7 0 82 0 0,2-3-68 0 0,0 1 50 0 0,-1 0 84 0 0,1-2-76 0 0,-1 2 30 0 0,0-2 92 0 0,-1 1-120 0 0,-1 0 68 0 0,1-2 82 0 0,1-1-258 0 0,-1 0 20 0 0,1 0 114 0 0,-2-1 114 0 0,0-1-96 0 0,0 1 50 0 0,-3-1 4 0 0,1 1-180 0 0,-2-3 212 0 0,1 1 0 0 0,-4 2-230 0 0,0 0 58 0 0,-1-1-76 0 0,1 0 108 0 0,-6 4 58 0 0,2 0 114 0 0,-5 5-192 0 0,2 0 160 0 0,2 4-16 0 0,-1-2-160 0 0,2 3 16 0 0,-2 0 56 0 0,0 2-90 0 0,3-1 170 0 0,-1 2-160 0 0,1-1-26 0 0,1 2 214 0 0,-2-1 2 0 0,3 2-20 0 0,-1-2-154 0 0,2 1-150 0 0,-2-1 238 0 0,3 2 12 0 0,1 0-106 0 0,3-2 30 0 0,1-1-32 0 0,1 0 28 0 0,0-2-24 0 0,2-1 98 0 0,0-1 162 0 0,0 0-102 0 0,-1 2-82 0 0,3-7-198 0 0,-1-1 124 0 0,-1-1 166 0 0,1-1 62 0 0,-3-1-112 0 0,0-1-64 0 0,-2-1-64 0 0,1-1 238 0 0,-4-2-204 0 0,0 0 426 0 0,-4 3-226 0 0,0 2 172 0 0,-2 3-316 0 0,1-1 496 0 0,-4 5-484 0 0,-2-1-90 0 0,6 4-28 0 0,-2 1 34 0 0,2 1 46 0 0,-3-1 22 0 0,3 2 56 0 0,-2 0 20 0 0,2 1-326 0 0,0-1 204 0 0,4 3-52 0 0,0-2 198 0 0,3 1-120 0 0,1-2 24 0 0,5-4-36 0 0,-1-1 44 0 0,3-3-162 0 0,-2 1 172 0 0,1-4-66 0 0,-1-1-22 0 0,-2-1 164 0 0,-1 1-60 0 0,1 0-140 0 0,0-3 178 0 0,-4 2-148 0 0,1-3-2 0 0,-2-1 144 0 0,-1 1-2 0 0,-1-2-184 0 0,-2 1 90 0 0,1 1 132 0 0,-2 2-170 0 0,2 0 174 0 0,-3 2-94 0 0,-1-4 46 0 0,-1 3 110 0 0,0 0-46 0 0,-1 0 60 0 0,1 4-76 0 0,-1-1 60 0 0,-1 4-228 0 0,-1-1 146 0 0,3 6-60 0 0,0-2-68 0 0,1 3 70 0 0,0 0-66 0 0,3 1 62 0 0,-1 1-124 0 0,2-1-10 0 0,-1 1 146 0 0,4 0-10 0 0,-1 1-98 0 0,4-3-84 0 0,-2 0 82 0 0,3-2 2 0 0,1-1 72 0 0,4 0 2 0 0,0-3-96 0 0,-2-4-124 0 0,0 0 250 0 0,-2-1 40 0 0,1 0-96 0 0,-2-3 28 0 0,3 0-96 0 0,-4-1 114 0 0,1-1 14 0 0,-1 2-88 0 0,-2 1 278 0 0,-1-5-200 0 0,-1 2-118 0 0,-6 4-76 0 0,1 1 184 0 0,-3 6 32 0 0,-2 0-26 0 0,2 3-58 0 0,0 0 16 0 0,0 2-40 0 0,2 1 106 0 0,0-2 2 0 0,-1 1-144 0 0,4 0-32 0 0,-1 2 110 0 0,4-1-42 0 0,-1 1 108 0 0,3 0-50 0 0,3 0-86 0 0,0-6-186 0 0,1 3 250 0 0,2-4-78 0 0,1-1 56 0 0,-3-4-4 0 0,2-1 106 0 0,-2-1 10 0 0,1-1 32 0 0,-1-1-62 0 0,-2 0-82 0 0,1-2-40 0 0,-3 3 142 0 0,-3-6-4 0 0,0 2 56 0 0,-4 5-52 0 0,-1-1-18 0 0,0 4-96 0 0,-3-1 302 0 0,1 4-234 0 0,0-1-98 0 0,2 6-2 0 0,-1-1 40 0 0,4 3 12 0 0,-1-3-48 0 0,2 3-26 0 0,0-1 272 0 0,2 4-312 0 0,0-1 124 0 0,4-2-164 0 0,0-2 354 0 0,4-7-244 0 0,1 0 64 0 0,-2-3 2 0 0,-1-1-34 0 0,-1-2 28 0 0,-1 1 156 0 0,0-3-80 0 0,-1-1-130 0 0,-2 0 18 0 0,1 0 82 0 0,-4 1 60 0 0,1-1 54 0 0,-4 4-50 0 0,0 1-82 0 0,-4 6 54 0 0,-1 0-40 0 0,4 4 12 0 0,-1-1-126 0 0,2 1-10 0 0,-1 1 122 0 0,2 0 38 0 0,0 0-136 0 0,0 3 114 0 0,0-1-18 0 0,7 1-146 0 0,-2-2 56 0 0,7-12 14 0 0,1 1 96 0 0,-4-2 10 0 0,2 0-162 0 0,-1 1-402 0 0,-1 0 178 0 0,-1-2-2838 0 0,1-1 1882 0 0</inkml:trace>
  <inkml:trace contextRef="#ctx0" brushRef="#br0" timeOffset="-56161.92">6304 5211 1178 0 0,'0'0'3502'0'0,"-5"-2"-3408"0"0,-2-3 2618 0 0,2 11-2792 0 0,1 1 140 0 0,2 0-36 0 0,-3 1 180 0 0,1 0-218 0 0,1-3 110 0 0,-1 2-6 0 0,0-1-54 0 0,-2-1-6 0 0,1 1 46 0 0,1-1-108 0 0,-1 1 18 0 0,1 1-134 0 0,0-2 290 0 0,3 3-218 0 0,-3-1 262 0 0,3 2-188 0 0,0-1 30 0 0,3 1-166 0 0,2-1 136 0 0,0-2-82 0 0,1 1 250 0 0,0-2-4 0 0,0 1-292 0 0,2-3 60 0 0,-1 1 296 0 0,2-3-324 0 0,1 1 66 0 0,2-1-194 0 0,-2-1 750 0 0,1-1-678 0 0,-1-1 68 0 0,-1-1 152 0 0,0-1 44 0 0,-1 0-172 0 0,0 0 284 0 0,0-2-416 0 0,0 1 124 0 0,-2-1 28 0 0,0 1 200 0 0,-1-1-204 0 0,-1-1 28 0 0,-1-1 78 0 0,0-2 372 0 0,-5 1-306 0 0,1 1 182 0 0,-4 2-194 0 0,1 2 224 0 0,-1 0-284 0 0,-1 0 66 0 0,-2 3-150 0 0,1 0 62 0 0,-2 1-66 0 0,1 1 266 0 0,0 0-242 0 0,1 0 84 0 0,-2 1-182 0 0,0-1 248 0 0,3 2-160 0 0,-1 0 82 0 0,3 3-74 0 0,-1-2-60 0 0,0 2 114 0 0,2 0-58 0 0,0 2 30 0 0,1 0-12 0 0,-1-1 62 0 0,1 2 10 0 0,1-1-46 0 0,-2 1-124 0 0,4-1-6 0 0,-1 1 38 0 0,2-1-52 0 0,3-1 208 0 0,0-1-272 0 0,1-1 64 0 0,2-1 148 0 0,0-1 2 0 0,3-2-308 0 0,-2-1 362 0 0,2-1-136 0 0,0-2 114 0 0,-2-1-56 0 0,1 0 46 0 0,-3-2-440 0 0,1 1 412 0 0,-1-1-36 0 0,-1 1 24 0 0,1-1 70 0 0,-2-1 24 0 0,1 2-102 0 0,2-3-158 0 0,-5 2 34 0 0,2-1 112 0 0,-1 0-272 0 0,2 0 616 0 0,-3-2-294 0 0,0 3 190 0 0,-1-4-426 0 0,-1 1 178 0 0,0-1-2 0 0,-1-1 160 0 0,-1 3-236 0 0,1-2 152 0 0,-2 2-344 0 0,0-1 448 0 0,-1 3-234 0 0,0 1 192 0 0,-2 0-70 0 0,1 0 2 0 0,-1 0-2 0 0,0-1-116 0 0,2 2 46 0 0,-1 0-120 0 0,-4 1-76 0 0,1 1 454 0 0,0 3-358 0 0,0 0 178 0 0,-1 3 32 0 0,1-1-118 0 0,1 1 34 0 0,-1 0 84 0 0,3 2-56 0 0,-2 0-78 0 0,1 0-168 0 0,0 2 142 0 0,2-2 130 0 0,-1 1-6 0 0,1 0 22 0 0,-1 2-112 0 0,3-1-206 0 0,-2 1 160 0 0,2 0 60 0 0,0 1 48 0 0,0-2-192 0 0,0 1 436 0 0,3 1-180 0 0,0 0-142 0 0,3-1-108 0 0,-1-1 146 0 0,1-2-56 0 0,1 0 136 0 0,0-1-32 0 0,1 0 0 0 0,2-3 46 0 0,-1 0-246 0 0,4-4 34 0 0,2 1 28 0 0,-7 0 82 0 0,2-2-68 0 0,0-1 50 0 0,-1 1 84 0 0,2-1-76 0 0,-3 0 30 0 0,1-1 92 0 0,-1 1-120 0 0,-1 0 68 0 0,1-1 82 0 0,1-3-258 0 0,0 1 20 0 0,-1 0 114 0 0,-1-1 114 0 0,1 0-96 0 0,-2-1 50 0 0,-2 1 4 0 0,2-1-180 0 0,-3-2 212 0 0,0 1 0 0 0,-2 2-230 0 0,-2 0 58 0 0,0-1-76 0 0,1 0 108 0 0,-6 4 58 0 0,2 0 114 0 0,-5 5-192 0 0,2 0 160 0 0,2 4-16 0 0,0-1-160 0 0,0 1 16 0 0,-1 1 56 0 0,1 3-90 0 0,1-3 170 0 0,1 3-160 0 0,-1-1-26 0 0,2 2 214 0 0,-2-1 2 0 0,4 2-20 0 0,-3-2-154 0 0,3 1-150 0 0,-1-1 238 0 0,2 2 12 0 0,1 0-106 0 0,2-2 30 0 0,2-1-32 0 0,2 0 28 0 0,-2-2-24 0 0,3-1 98 0 0,0 0 162 0 0,0-2-102 0 0,0 3-82 0 0,1-7-198 0 0,1-1 124 0 0,-3-1 166 0 0,2-1 62 0 0,-3-1-112 0 0,0-1-64 0 0,-1-1-64 0 0,-1-1 238 0 0,-3-2-204 0 0,0 0 426 0 0,-3 4-226 0 0,-2 0 172 0 0,0 4-316 0 0,-1-1 496 0 0,-3 5-484 0 0,-2-1-90 0 0,6 4-28 0 0,-2 1 34 0 0,2 1 46 0 0,-2-1 22 0 0,1 2 56 0 0,-1 0 20 0 0,3 1-326 0 0,-2-1 204 0 0,5 3-52 0 0,0-1 198 0 0,3-1-120 0 0,1-1 24 0 0,6-4-36 0 0,-3-1 44 0 0,4-3-162 0 0,-2 1 172 0 0,1-4-66 0 0,-1 0-22 0 0,-2-3 164 0 0,-1 3-60 0 0,1-2-140 0 0,0-2 178 0 0,-4 2-148 0 0,1-3-2 0 0,-1 0 144 0 0,-2-1-2 0 0,-2-1-184 0 0,-1 1 90 0 0,1 2 132 0 0,-1 0-170 0 0,0 1 174 0 0,-1 2-94 0 0,-3-3 46 0 0,0 1 110 0 0,0 1-46 0 0,0 0 60 0 0,-1 4-76 0 0,1-1 60 0 0,-3 4-228 0 0,0-1 146 0 0,3 6-60 0 0,0-2-68 0 0,2 3 70 0 0,-1 0-66 0 0,2 1 62 0 0,0 1-124 0 0,2-1-10 0 0,0 1 146 0 0,3 0-10 0 0,-1 1-98 0 0,3-3-84 0 0,-1 0 82 0 0,4-2 2 0 0,0 0 72 0 0,4-2 2 0 0,-1-2-96 0 0,0-4-124 0 0,-2 0 250 0 0,-1-1 40 0 0,1 0-96 0 0,-1-3 28 0 0,1 0-96 0 0,-3-1 114 0 0,2-1 14 0 0,-3 2-88 0 0,-1 1 278 0 0,-1-5-200 0 0,-1 2-118 0 0,-5 5-76 0 0,0-1 184 0 0,-4 7 32 0 0,-1 1-26 0 0,2 1-58 0 0,0 1 16 0 0,0 3-40 0 0,2-1 106 0 0,0-1 2 0 0,-1 1-144 0 0,4 0-32 0 0,-1 2 110 0 0,4-1-42 0 0,-1 1 108 0 0,4 0-50 0 0,1 0-86 0 0,2-6-186 0 0,-1 3 250 0 0,3-4-78 0 0,1-1 56 0 0,-2-4-4 0 0,0 0 106 0 0,-1-3 10 0 0,2 0 32 0 0,-3-1-62 0 0,-1 0-82 0 0,1-2-40 0 0,-3 3 142 0 0,-3-6-4 0 0,0 2 56 0 0,-4 5-52 0 0,-1-1-18 0 0,0 4-96 0 0,-3-1 302 0 0,1 5-234 0 0,0-2-98 0 0,2 5-2 0 0,-1 1 40 0 0,4 1 12 0 0,-1-2-48 0 0,3 3-26 0 0,-2 0 272 0 0,3 3-312 0 0,0-2 124 0 0,4-1-164 0 0,0-2 354 0 0,4-7-244 0 0,1 0 64 0 0,-2-3 2 0 0,-1-1-34 0 0,-1-2 28 0 0,0 2 156 0 0,-1-5-80 0 0,-2 0-130 0 0,-1 0 18 0 0,1 1 82 0 0,-4-1 60 0 0,1 0 54 0 0,-4 4-50 0 0,0 1-82 0 0,-4 6 54 0 0,-1 1-40 0 0,5 2 12 0 0,-2 0-126 0 0,1 1-10 0 0,1 1 122 0 0,0 0 38 0 0,1 0-136 0 0,0 3 114 0 0,1-1-18 0 0,5 1-146 0 0,-1-2 56 0 0,7-12 14 0 0,1 2 96 0 0,-4-3 10 0 0,2-1-162 0 0,-1 3-402 0 0,0-1 178 0 0,-3-3-2838 0 0,2 0 1882 0 0</inkml:trace>
  <inkml:trace contextRef="#ctx0" brushRef="#br0" timeOffset="169650.98">6228 5372 1178 0 0,'0'0'3502'0'0,"6"2"-3408"0"0,1 2 2618 0 0,-2-9-2792 0 0,-1-3 140 0 0,-2 2-36 0 0,2-3 180 0 0,0 2-218 0 0,0 1 110 0 0,0 0-6 0 0,0 0-54 0 0,1 0-6 0 0,1 1 46 0 0,-2-1-108 0 0,1 1 18 0 0,-1-2-134 0 0,0 1 290 0 0,-3-1-218 0 0,2-1 262 0 0,-2 0-188 0 0,1-1 30 0 0,-5 0-166 0 0,0 1 136 0 0,-1 3-82 0 0,-1-2 250 0 0,0 1-4 0 0,0 1-292 0 0,-2 1 60 0 0,1 1 296 0 0,-3 1-324 0 0,1 1 66 0 0,-3 0-194 0 0,2 1 750 0 0,-1 1-678 0 0,1 0 68 0 0,1 2 152 0 0,0 2 44 0 0,0-2-172 0 0,1 2 284 0 0,1 0-416 0 0,-1 1 124 0 0,2-1 28 0 0,0 1 200 0 0,1 0-204 0 0,1 0 28 0 0,0 3 78 0 0,2 1 372 0 0,3-2-306 0 0,1 1 182 0 0,3-4-194 0 0,-1-1 224 0 0,1 0-284 0 0,1 1 66 0 0,2-4-150 0 0,-1 0 62 0 0,2-1-66 0 0,-1-1 266 0 0,0 0-242 0 0,-1-1 84 0 0,2 1-182 0 0,0-1 248 0 0,-4 0-160 0 0,3-1 82 0 0,-4-3-74 0 0,1 2-60 0 0,0-3 114 0 0,-2 2-58 0 0,-1-4 30 0 0,1 2-12 0 0,0-1 62 0 0,-1-1 10 0 0,-1 1-46 0 0,1-1-124 0 0,-3 1-6 0 0,2-1 38 0 0,-4 2-52 0 0,-1-1 208 0 0,-1 3-272 0 0,-1-1 64 0 0,-2 2 148 0 0,0 1 2 0 0,-3 2-308 0 0,1 1 362 0 0,0 1-136 0 0,-1 2 114 0 0,2 1-56 0 0,-1 1 46 0 0,2 0-440 0 0,0 1 412 0 0,2-1-36 0 0,-1 0 24 0 0,1 1 70 0 0,0 1 24 0 0,0-1-102 0 0,-1 1-158 0 0,4 0 34 0 0,-3 0 112 0 0,3-1-272 0 0,-3 2 616 0 0,3 0-294 0 0,0-1 190 0 0,1 3-426 0 0,1-2 178 0 0,0 2-2 0 0,1 2 160 0 0,1-4-236 0 0,-1 2 152 0 0,2-2-344 0 0,0 0 448 0 0,1-2-234 0 0,0-1 192 0 0,1 1-70 0 0,1-2 2 0 0,0 2-2 0 0,-1-1-116 0 0,0 0 46 0 0,0-2-120 0 0,3 1-76 0 0,1-2 454 0 0,-1-3-358 0 0,0 0 178 0 0,1-4 32 0 0,-1 3-118 0 0,-1-3 34 0 0,1 1 84 0 0,-3-2-56 0 0,2 1-78 0 0,-1-2-168 0 0,0 0 142 0 0,-2 0 130 0 0,1 0-6 0 0,-1 1 22 0 0,0-3-112 0 0,-1 1-206 0 0,1-1 160 0 0,-2-1 60 0 0,0 1 48 0 0,0 0-192 0 0,0 1 436 0 0,-3-2-180 0 0,0-1-142 0 0,-3 2-108 0 0,1 1 146 0 0,-2 3-56 0 0,1-1 136 0 0,-1 0-32 0 0,-1 2 0 0 0,-2 2 46 0 0,1-1-246 0 0,-4 6 34 0 0,-2-2 28 0 0,6 0 82 0 0,0 2-68 0 0,-1 1 50 0 0,1-1 84 0 0,-2 1-76 0 0,2 0 30 0 0,0 0 92 0 0,2 1-120 0 0,-1-2 68 0 0,1 3 82 0 0,-2 2-258 0 0,0-2 20 0 0,1 1 114 0 0,1 2 114 0 0,-1-1-96 0 0,2 0 50 0 0,1 1 4 0 0,0-1-180 0 0,2 3 212 0 0,-1 0 0 0 0,4-4-230 0 0,1 2 58 0 0,0-1-76 0 0,-1 2 108 0 0,5-6 58 0 0,0 2 114 0 0,3-6-192 0 0,0 0 160 0 0,-4-5-16 0 0,2 3-160 0 0,-1-2 16 0 0,1-2 56 0 0,-1-1-90 0 0,-1 1 170 0 0,-1-2-160 0 0,1 2-26 0 0,-2-3 214 0 0,1 1 2 0 0,-2-2-20 0 0,2 1-154 0 0,-3 1-150 0 0,1-1 238 0 0,-2 0 12 0 0,-1-1-106 0 0,-2 1 30 0 0,-2 3-32 0 0,-2-1 28 0 0,2 1-24 0 0,-3 3 98 0 0,0-1 162 0 0,0 1-102 0 0,0-1-82 0 0,-2 5-198 0 0,1 2 124 0 0,2 2 166 0 0,-2-1 62 0 0,2 3-112 0 0,1 0-64 0 0,2 0-64 0 0,0 2 238 0 0,3 3-204 0 0,0-2 426 0 0,3-2-226 0 0,2-1 172 0 0,0-5-316 0 0,1 3 496 0 0,3-7-484 0 0,1 2-90 0 0,-4-4-28 0 0,0 0 34 0 0,0-2 46 0 0,1 0 22 0 0,-1 0 56 0 0,1-1 20 0 0,-3-2-326 0 0,2 3 204 0 0,-5-4-52 0 0,0 1 198 0 0,-3 1-120 0 0,-2 1 24 0 0,-4 4-36 0 0,2 0 44 0 0,-4 5-162 0 0,1-2 172 0 0,1 4-66 0 0,-1 0-22 0 0,4 2 164 0 0,-1-1-60 0 0,1 0-140 0 0,-1 3 178 0 0,4-1-148 0 0,-2 1-2 0 0,3 2 144 0 0,1-1-2 0 0,1 3-184 0 0,3-2 90 0 0,-2-2 132 0 0,1-1-170 0 0,0 0 174 0 0,1-1-94 0 0,3 2 46 0 0,0-1 110 0 0,0-2-46 0 0,0 1 60 0 0,1-3-76 0 0,-1 0 60 0 0,3-4-228 0 0,-1 1 146 0 0,-1-7-60 0 0,-1 3-68 0 0,-2-3 70 0 0,1 0-66 0 0,-3 0 62 0 0,2-2-124 0 0,-3 1-10 0 0,0-1 146 0 0,-3-1-10 0 0,1 1-98 0 0,-3 1-84 0 0,1 2 82 0 0,-4 0 2 0 0,0 2 72 0 0,-4 1 2 0 0,0 2-96 0 0,2 3-124 0 0,0 1 250 0 0,2 1 40 0 0,0 1-96 0 0,0 1 28 0 0,-1 2-96 0 0,3 0 114 0 0,-2 0 14 0 0,3-1-88 0 0,1 0 278 0 0,1 3-200 0 0,1 0-118 0 0,5-6-76 0 0,0 0 184 0 0,4-5 32 0 0,1-2-26 0 0,-2-1-58 0 0,0-1 16 0 0,-1-3-40 0 0,0 1 106 0 0,-1 0 2 0 0,1 0-144 0 0,-5 0-32 0 0,3-1 110 0 0,-5-1-42 0 0,1 1 108 0 0,-4-2-50 0 0,-1 1-86 0 0,-2 6-186 0 0,1-3 250 0 0,-4 4-78 0 0,1 1 56 0 0,1 4-4 0 0,0 1 106 0 0,0 1 10 0 0,0 2 32 0 0,2-1-62 0 0,0 2-82 0 0,1 0-40 0 0,2-1 142 0 0,3 4-4 0 0,0-1 56 0 0,3-4-52 0 0,2-1-18 0 0,1-2-96 0 0,2 0 302 0 0,-1-5-234 0 0,0 2-98 0 0,-2-6-2 0 0,0 1 40 0 0,-2-2 12 0 0,0 1-48 0 0,-3-2-26 0 0,2 1 272 0 0,-3-4-312 0 0,0 1 124 0 0,-4 3-164 0 0,0 0 354 0 0,-5 8-244 0 0,1 0 64 0 0,1 4 2 0 0,1-1-34 0 0,0 3 28 0 0,2-1 156 0 0,0 3-80 0 0,1 1-130 0 0,2 0 18 0 0,0 0 82 0 0,2 0 60 0 0,0 0 54 0 0,5-5-50 0 0,-2 1-82 0 0,6-8 54 0 0,0 1-40 0 0,-5-3 12 0 0,2 0-126 0 0,-1-2-10 0 0,-1 0 122 0 0,0 1 38 0 0,-1-2-136 0 0,0-2 114 0 0,-1 1-18 0 0,-5-1-146 0 0,1 3 56 0 0,-7 10 14 0 0,-1 0 96 0 0,3 2 10 0 0,0 1-162 0 0,0-3-402 0 0,0 1 178 0 0,2 3-2838 0 0,0 0 1882 0 0</inkml:trace>
  <inkml:trace contextRef="#ctx0" brushRef="#br0" timeOffset="-56161.92">6259 5390 1178 0 0,'0'0'3502'0'0,"6"2"-3408"0"0,1 2 2618 0 0,-3-9-2792 0 0,1-2 140 0 0,-3 0-36 0 0,2-2 180 0 0,0 2-218 0 0,-1 2 110 0 0,2-2-6 0 0,-1 1-54 0 0,1 0-6 0 0,1 1 46 0 0,-2-1-108 0 0,0 1 18 0 0,0-2-134 0 0,1 1 290 0 0,-4-1-218 0 0,2-1 262 0 0,-2 0-188 0 0,0-1 30 0 0,-3 1-166 0 0,-1-1 136 0 0,-1 4-82 0 0,-2-2 250 0 0,2 1-4 0 0,-1 1-292 0 0,-3 1 60 0 0,3 1 296 0 0,-4 1-324 0 0,1 1 66 0 0,-3 0-194 0 0,2 1 750 0 0,-1 1-678 0 0,1 0 68 0 0,1 2 152 0 0,-1 2 44 0 0,2-2-172 0 0,0 2 284 0 0,0 0-416 0 0,0 1 124 0 0,3-1 28 0 0,-2 1 200 0 0,3 0-204 0 0,0 1 28 0 0,0 1 78 0 0,1 2 372 0 0,5-2-306 0 0,0 1 182 0 0,2-4-194 0 0,1 0 224 0 0,0-2-284 0 0,1 2 66 0 0,1-4-150 0 0,1 0 62 0 0,1-1-66 0 0,-1-1 266 0 0,0 0-242 0 0,-1-1 84 0 0,2 1-182 0 0,0-1 248 0 0,-4 0-160 0 0,3-1 82 0 0,-4-3-74 0 0,1 2-60 0 0,0-3 114 0 0,-2 2-58 0 0,-1-4 30 0 0,1 2-12 0 0,0-1 62 0 0,-1 0 10 0 0,-1-1-46 0 0,1 0-124 0 0,-3 1-6 0 0,1-1 38 0 0,-2 2-52 0 0,-2 0 208 0 0,-1 1-272 0 0,-1 1 64 0 0,-2 0 148 0 0,0 2 2 0 0,-3 2-308 0 0,1 1 362 0 0,0 1-136 0 0,-1 2 114 0 0,2 2-56 0 0,-1-1 46 0 0,2 2-440 0 0,0-1 412 0 0,2 0-36 0 0,-1 0 24 0 0,1 1 70 0 0,0 2 24 0 0,0-3-102 0 0,-1 2-158 0 0,3 0 34 0 0,-1 0 112 0 0,1 0-272 0 0,-1 0 616 0 0,2 2-294 0 0,0-3 190 0 0,0 4-426 0 0,2-2 178 0 0,0 2-2 0 0,2 2 160 0 0,0-4-236 0 0,-1 2 152 0 0,2-2-344 0 0,-1 0 448 0 0,3-2-234 0 0,-1-1 192 0 0,1 1-70 0 0,1-2 2 0 0,0 2-2 0 0,-1-1-116 0 0,0 0 46 0 0,0-2-120 0 0,3 1-76 0 0,1-2 454 0 0,-1-3-358 0 0,0 0 178 0 0,1-4 32 0 0,-1 3-118 0 0,-1-3 34 0 0,0 1 84 0 0,-1-2-56 0 0,1 1-78 0 0,-2-2-168 0 0,2 0 142 0 0,-3 1 130 0 0,0-2-6 0 0,1 2 22 0 0,-1-3-112 0 0,-1 1-206 0 0,1-1 160 0 0,-3 0 60 0 0,2-1 48 0 0,-1 1-192 0 0,0 1 436 0 0,-3-2-180 0 0,0-1-142 0 0,-4 3-108 0 0,3-1 146 0 0,-3 4-56 0 0,1-1 136 0 0,-2 0-32 0 0,1 2 0 0 0,-3 2 46 0 0,1-1-246 0 0,-5 6 34 0 0,0-2 28 0 0,5 0 82 0 0,-1 2-68 0 0,1 1 50 0 0,0-1 84 0 0,-2 1-76 0 0,2 0 30 0 0,0 0 92 0 0,2 1-120 0 0,-1-1 68 0 0,1 1 82 0 0,-3 3-258 0 0,2-2 20 0 0,0 2 114 0 0,0 0 114 0 0,1 0-96 0 0,0 0 50 0 0,3 1 4 0 0,-1-1-180 0 0,2 3 212 0 0,-1 0 0 0 0,4-4-230 0 0,1 2 58 0 0,-1 0-76 0 0,1 0 108 0 0,4-5 58 0 0,0 2 114 0 0,3-6-192 0 0,0 0 160 0 0,-4-5-16 0 0,2 3-160 0 0,-1-2 16 0 0,1-2 56 0 0,-1-1-90 0 0,-2 2 170 0 0,1-4-160 0 0,-1 3-26 0 0,0-3 214 0 0,0 1 2 0 0,-2-2-20 0 0,1 2-154 0 0,-1-1-150 0 0,0 1 238 0 0,-2-2 12 0 0,-1 0-106 0 0,-2 2 30 0 0,-3 1-32 0 0,0 0 28 0 0,1 1-24 0 0,-4 3 98 0 0,2-1 162 0 0,-1 1-102 0 0,0-1-82 0 0,-2 6-198 0 0,1 0 124 0 0,1 3 166 0 0,0-1 62 0 0,1 3-112 0 0,1 0-64 0 0,2 1-64 0 0,0 0 238 0 0,3 4-204 0 0,0-2 426 0 0,3-2-226 0 0,1-1 172 0 0,2-5-316 0 0,-1 3 496 0 0,5-7-484 0 0,0 2-90 0 0,-4-4-28 0 0,0 0 34 0 0,0-2 46 0 0,1 0 22 0 0,-2 0 56 0 0,3-1 20 0 0,-4-2-326 0 0,1 3 204 0 0,-3-4-52 0 0,-1 1 198 0 0,-4 1-120 0 0,0 1 24 0 0,-5 4-36 0 0,1 0 44 0 0,-3 5-162 0 0,2-2 172 0 0,-1 4-66 0 0,1 0-22 0 0,3 2 164 0 0,-1-1-60 0 0,1 1-140 0 0,-1 1 178 0 0,3 0-148 0 0,0 1-2 0 0,2 2 144 0 0,1-1-2 0 0,1 3-184 0 0,2-2 90 0 0,0-2 132 0 0,0-1-170 0 0,0 0 174 0 0,1-1-94 0 0,3 2 46 0 0,0-1 110 0 0,-1-2-46 0 0,2 1 60 0 0,0-3-76 0 0,-1 0 60 0 0,3-4-228 0 0,-1 1 146 0 0,-1-6-60 0 0,-2 1-68 0 0,0-1 70 0 0,0-2-66 0 0,-3 1 62 0 0,2-2-124 0 0,-4 1-10 0 0,2-1 146 0 0,-4 0-10 0 0,1-1-98 0 0,-3 3-84 0 0,0 0 82 0 0,-2 1 2 0 0,-1 2 72 0 0,-4 1 2 0 0,0 2-96 0 0,2 3-124 0 0,0 1 250 0 0,2 2 40 0 0,0-1-96 0 0,0 3 28 0 0,-2 0-96 0 0,5 1 114 0 0,-3 0 14 0 0,3-1-88 0 0,1 0 278 0 0,0 3-200 0 0,2 0-118 0 0,6-6-76 0 0,-1 1 184 0 0,4-7 32 0 0,1-1-26 0 0,-2-1-58 0 0,-1-1 16 0 0,1-3-40 0 0,-1 1 106 0 0,-1 0 2 0 0,0 0-144 0 0,-3 1-32 0 0,2-3 110 0 0,-5 1-42 0 0,1-1 108 0 0,-4-1-50 0 0,-1 2-86 0 0,-2 4-186 0 0,1-2 250 0 0,-4 5-78 0 0,0 0 56 0 0,3 3-4 0 0,-1 2 106 0 0,0 2 10 0 0,0 0 32 0 0,2 0-62 0 0,0 2-82 0 0,1 0-40 0 0,2-1 142 0 0,3 4-4 0 0,0-1 56 0 0,3-4-52 0 0,2-1-18 0 0,1-2-96 0 0,2 0 302 0 0,-1-5-234 0 0,-1 2-98 0 0,0-5-2 0 0,-1-1 40 0 0,-3-1 12 0 0,2 1-48 0 0,-4-2-26 0 0,2 1 272 0 0,-3-4-312 0 0,0 1 124 0 0,-4 3-164 0 0,-1 0 354 0 0,-3 9-244 0 0,-1-1 64 0 0,3 3 2 0 0,0 0-34 0 0,0 4 28 0 0,2-3 156 0 0,0 4-80 0 0,1 1-130 0 0,2 0 18 0 0,0 0 82 0 0,2 0 60 0 0,0 0 54 0 0,5-5-50 0 0,-2 1-82 0 0,5-8 54 0 0,1 1-40 0 0,-4-3 12 0 0,1 0-126 0 0,-1-2-10 0 0,-1 0 122 0 0,-1 1 38 0 0,1-2-136 0 0,-1-2 114 0 0,-1 1-18 0 0,-5-1-146 0 0,1 3 56 0 0,-8 10 14 0 0,1 0 96 0 0,2 2 10 0 0,0 1-162 0 0,-1-3-402 0 0,2 1 178 0 0,1 3-2838 0 0,0 0 1882 0 0</inkml:trace>
  <inkml:trace contextRef="#ctx0" brushRef="#br0" timeOffset="169650.98">6221 5303 1514 0 0,'0'0'4346'0'0,"8"-3"-4362"0"0,1-2 28 0 0,-4-4-34 0 0,1 2 50 0 0,-2-2-38 0 0,-2 2-2 0 0,-1-3-6 0 0,1 4 82 0 0,-2-2-160 0 0,-1 1 102 0 0,-4-2-52 0 0,-2 2 56 0 0,-2 6-28 0 0,0 0 88 0 0,1 0-88 0 0,0 0 12 0 0,0 4 10 0 0,2-1-32 0 0,-2 3 44 0 0,1 2-10 0 0,0-1 96 0 0,-1 3-80 0 0,4 0-28 0 0,-1-1 90 0 0,2 0 44 0 0,0 1-80 0 0,3-1 10 0 0,-1 0 122 0 0,2-1-142 0 0,0 1 520 0 0,9-3-514 0 0,-3-1-42 0 0,1-3-40 0 0,-1 0 28 0 0,0-2-54 0 0,0 0 186 0 0,0-4-148 0 0,2 1-26 0 0,0-3 6 0 0,-1 2 148 0 0,-2-3-158 0 0,2 1 36 0 0,-3 1-14 0 0,-1-2-4 0 0,-1 1-56 0 0,-1-1 38 0 0,-1 3-42 0 0,-1-3 136 0 0,-4 0-222 0 0,-1-1 166 0 0,-2 5-52 0 0,0 0 72 0 0,0 3-14 0 0,0 1 14 0 0,-1 1-16 0 0,1 0 92 0 0,-2 7-88 0 0,1-1 50 0 0,5 2-34 0 0,2-2-34 0 0,0 0 38 0 0,1 1 34 0 0,1-1-12 0 0,-1 0 188 0 0,5 1-252 0 0,0 0 52 0 0,2-7-60 0 0,1 2 58 0 0,-1-3-44 0 0,2 2 32 0 0,1-4 96 0 0,0 3-138 0 0,-1-4-20 0 0,-1 0 110 0 0,0-1 10 0 0,-1-1 168 0 0,0-3-382 0 0,1-2 80 0 0,-5 4-62 0 0,-2-1 92 0 0,-2-2-30 0 0,0 2 48 0 0,-4-1-144 0 0,0 1 188 0 0,-2 4-118 0 0,0 0 98 0 0,-1 4-20 0 0,2-2 16 0 0,-2 4-26 0 0,1 2 140 0 0,1 4-100 0 0,1 0 98 0 0,4-2-134 0 0,0 0 102 0 0,4 1-82 0 0,-2-2 102 0 0,6-2-100 0 0,-1 2 10 0 0,3-11-38 0 0,-2 2 6 0 0,0-2-26 0 0,2-1-8 0 0,-7-2 34 0 0,2 1-20 0 0,-4 0-64 0 0,1 0 80 0 0,-7 0-260 0 0,-1-1 274 0 0,-1 11-20 0 0,0 0 100 0 0,-1 5-76 0 0,2 0 52 0 0,2 1-42 0 0,2 0 32 0 0,1-2-24 0 0,1-1 128 0 0,1 2-124 0 0,0-1 148 0 0,5 1-182 0 0,-1-1 94 0 0,4-4-62 0 0,-1 1 10 0 0,1-6 58 0 0,-1 2-70 0 0,1-5-76 0 0,0 2 84 0 0,-1-3 36 0 0,1 1-78 0 0,-3-4-62 0 0,0 1 42 0 0,-4 0-100 0 0,0 1 128 0 0,-8 3-134 0 0,0 1 150 0 0,-1 5-18 0 0,-1 0 42 0 0,1 3 0 0 0,-3 1 0 0 0,3 1-30 0 0,0 2 36 0 0,4-3-36 0 0,-2 3 108 0 0,4-1-114 0 0,0-2 206 0 0,3 1-166 0 0,-2 0 64 0 0,9-12-114 0 0,0 1 18 0 0,-3-4-100 0 0,1 0 60 0 0,-7 0-194 0 0,-2 1 200 0 0,-7 5-4 0 0,1-1 102 0 0,1 7-112 0 0,1-2 86 0 0,-2 5 4 0 0,1-2 138 0 0,5 1-150 0 0,0 2 234 0 0,5-2-208 0 0,-1 0 234 0 0,5-2-642 0 0,1 1 4240 0 0</inkml:trace>
  <inkml:trace contextRef="#ctx0" brushRef="#br0" timeOffset="-56161.92">6251 5321 1514 0 0,'0'0'4346'0'0,"8"-3"-4362"0"0,1-2 28 0 0,-3-4-34 0 0,0 2 50 0 0,-3-2-38 0 0,-1 2-2 0 0,0-3-6 0 0,-1 4 82 0 0,-1-2-160 0 0,-1 1 102 0 0,-4-2-52 0 0,-2 2 56 0 0,-2 7-28 0 0,0-2 88 0 0,1 1-88 0 0,0 0 12 0 0,0 4 10 0 0,2-1-32 0 0,-1 3 44 0 0,0 2-10 0 0,-1-1 96 0 0,1 3-80 0 0,2 0-28 0 0,0-1 90 0 0,2 0 44 0 0,0 1-80 0 0,3-1 10 0 0,-1 0 122 0 0,2-1-142 0 0,0 1 520 0 0,9-3-514 0 0,-3-1-42 0 0,1-3-40 0 0,-1 0 28 0 0,0-2-54 0 0,1 0 186 0 0,-1-4-148 0 0,1 2-26 0 0,1-5 6 0 0,-1 3 148 0 0,-1-3-158 0 0,0 2 36 0 0,-2-1-14 0 0,-1-1-4 0 0,-1 1-56 0 0,0-1 38 0 0,-3 3-42 0 0,0-3 136 0 0,-4 0-222 0 0,-1-1 166 0 0,-2 5-52 0 0,1 0 72 0 0,-2 3-14 0 0,1 1 14 0 0,0 1-16 0 0,-1 0 92 0 0,-1 7-88 0 0,1-1 50 0 0,6 2-34 0 0,0-2-34 0 0,1 1 38 0 0,1-1 34 0 0,1 0-12 0 0,0 1 188 0 0,3-1-252 0 0,1 1 52 0 0,3-7-60 0 0,-1 2 58 0 0,0-3-44 0 0,2 2 32 0 0,1-4 96 0 0,0 3-138 0 0,-1-4-20 0 0,0 0 110 0 0,-2-1 10 0 0,0-1 168 0 0,1-3-382 0 0,-1-2 80 0 0,-4 4-62 0 0,-2-1 92 0 0,-1-2-30 0 0,-1 2 48 0 0,-5-1-144 0 0,2 1 188 0 0,-4 4-118 0 0,1 0 98 0 0,0 5-20 0 0,0-4 16 0 0,-1 5-26 0 0,1 2 140 0 0,2 4-100 0 0,-1 0 98 0 0,5-2-134 0 0,1 1 102 0 0,2-1-82 0 0,-1-1 102 0 0,6-2-100 0 0,0 2 10 0 0,1-11-38 0 0,-1 3 6 0 0,1-4-26 0 0,0 1-8 0 0,-6-4 34 0 0,3 2-20 0 0,-6 0-64 0 0,3 0 80 0 0,-9 0-260 0 0,0 0 274 0 0,0 9-20 0 0,-2 1 100 0 0,1 5-76 0 0,0 0 52 0 0,3 1-42 0 0,2 0 32 0 0,2-2-24 0 0,0-1 128 0 0,0 2-124 0 0,2-1 148 0 0,3 1-182 0 0,0 0 94 0 0,5-6-62 0 0,-3 2 10 0 0,2-6 58 0 0,0 2-70 0 0,-1-4-76 0 0,2 0 84 0 0,-2-2 36 0 0,0 1-78 0 0,-2-4-62 0 0,0 1 42 0 0,-4 0-100 0 0,0 1 128 0 0,-8 4-134 0 0,0-1 150 0 0,-1 6-18 0 0,-1 1 42 0 0,1 2 0 0 0,-3 0 0 0 0,3 2-30 0 0,0 2 36 0 0,4-2-36 0 0,-2 1 108 0 0,4 0-114 0 0,0-2 206 0 0,3 1-166 0 0,-2 0 64 0 0,9-12-114 0 0,1 2 18 0 0,-4-6-100 0 0,1 1 60 0 0,-7 0-194 0 0,-3 1 200 0 0,-6 5-4 0 0,1-1 102 0 0,1 7-112 0 0,1-2 86 0 0,-2 5 4 0 0,2-2 138 0 0,3 2-150 0 0,1 0 234 0 0,5-1-208 0 0,-1 0 234 0 0,5-2-642 0 0,2 1 4240 0 0</inkml:trace>
  <inkml:trace contextRef="#ctx0" brushRef="#br0" timeOffset="-164358.84">6282 5261 1514 0 0,'0'0'4346'0'0,"-8"4"-4362"0"0,-1 0 28 0 0,4 5-34 0 0,-1-2 50 0 0,2 3-38 0 0,2-3-2 0 0,1 2-6 0 0,0-2 82 0 0,1 0-160 0 0,0 0 102 0 0,6 2-52 0 0,0-2 56 0 0,3-6-28 0 0,0 1 88 0 0,0-1-88 0 0,-2-1 12 0 0,1-2 10 0 0,-1-1-32 0 0,0-2 44 0 0,0-1-10 0 0,0-1 96 0 0,1-2-80 0 0,-3 1-28 0 0,-1-1 90 0 0,-1 1 44 0 0,1 0-80 0 0,-4-1 10 0 0,0 1 122 0 0,0 1-142 0 0,-2 0 520 0 0,-7 1-514 0 0,1 3-42 0 0,0 2-40 0 0,1 0 28 0 0,0 1-54 0 0,0 2 186 0 0,0 3-148 0 0,-2-2-26 0 0,0 4 6 0 0,1-1 148 0 0,2 1-158 0 0,-1 0 36 0 0,1 0-14 0 0,2 0-4 0 0,2 0-56 0 0,-1 1 38 0 0,2-2-42 0 0,1 2 136 0 0,4-1-222 0 0,2 2 166 0 0,0-4-52 0 0,1-1 72 0 0,0-3-14 0 0,1-1 14 0 0,-1-1-16 0 0,0-1 92 0 0,2-5-88 0 0,-1-1 50 0 0,-5 0-34 0 0,-2 1-34 0 0,0-1 38 0 0,-1 0 34 0 0,-1 1-12 0 0,1 0 188 0 0,-5 0-252 0 0,0-1 52 0 0,-2 6-60 0 0,0-1 58 0 0,-1 3-44 0 0,-1-1 32 0 0,-1 2 96 0 0,0-1-138 0 0,2 2-20 0 0,-1 1 110 0 0,1 2 10 0 0,1-1 168 0 0,0 5-382 0 0,0 0 80 0 0,3-3-62 0 0,3 1 92 0 0,2 3-30 0 0,0-4 48 0 0,4 2-144 0 0,0 0 188 0 0,2-6-118 0 0,1 1 98 0 0,-1-4-20 0 0,-1 2 16 0 0,3-4-26 0 0,-3-2 140 0 0,0-3-100 0 0,-1-1 98 0 0,-4 2-134 0 0,0-1 102 0 0,-4 1-82 0 0,2 0 102 0 0,-6 3-100 0 0,1-1 10 0 0,-2 9-38 0 0,0-1 6 0 0,1 3-26 0 0,-2-1-8 0 0,7 3 34 0 0,-2-1-20 0 0,4 1-64 0 0,-1-1 80 0 0,7 0-260 0 0,1 0 274 0 0,1-10-20 0 0,0 0 100 0 0,1-4-76 0 0,-2-1 52 0 0,-2-2-42 0 0,-1 1 32 0 0,-3 3-24 0 0,0-1 128 0 0,-1 0-124 0 0,0-1 148 0 0,-5 1-182 0 0,1-1 94 0 0,-4 5-62 0 0,1-1 10 0 0,-1 6 58 0 0,1-1-70 0 0,-1 3-76 0 0,0-1 84 0 0,1 4 36 0 0,0-2-78 0 0,1 3-62 0 0,1 1 42 0 0,5-1-100 0 0,-2-1 128 0 0,10-4-134 0 0,-2 0 150 0 0,2-4-18 0 0,1-2 42 0 0,-1-2 0 0 0,3-1 0 0 0,-3-1-30 0 0,0-1 36 0 0,-4 1-36 0 0,2-2 108 0 0,-4 1-114 0 0,0 2 206 0 0,-2 0-166 0 0,0-2 64 0 0,-8 14-114 0 0,0-3 18 0 0,3 6-100 0 0,-1-2 60 0 0,7 1-194 0 0,2-1 200 0 0,7-5-4 0 0,-1 1 102 0 0,0-7-112 0 0,-3 2 86 0 0,3-4 4 0 0,-1 0 138 0 0,-5 0-150 0 0,0-1 234 0 0,-5 1-208 0 0,1-1 234 0 0,-5 3-642 0 0,-1-1 4240 0 0</inkml:trace>
  <inkml:trace contextRef="#ctx0" brushRef="#br0" timeOffset="-56161.92">6312 5279 1514 0 0,'0'0'4346'0'0,"-8"4"-4362"0"0,-1 0 28 0 0,3 5-34 0 0,0-2 50 0 0,3 3-38 0 0,1-3-2 0 0,0 2-6 0 0,1-2 82 0 0,1 0-160 0 0,1 1 102 0 0,4 0-52 0 0,2 0 56 0 0,2-8-28 0 0,0 2 88 0 0,-1-1-88 0 0,0-1 12 0 0,0-2 10 0 0,-2-1-32 0 0,1-1 44 0 0,0-3-10 0 0,1 0 96 0 0,-1-1-80 0 0,-2-1-28 0 0,0 0 90 0 0,-2 1 44 0 0,0 0-80 0 0,-3-1 10 0 0,1 2 122 0 0,-2-1-142 0 0,0 1 520 0 0,-9 1-514 0 0,3 3-42 0 0,-1 2-40 0 0,1 0 28 0 0,0 1-54 0 0,-1 2 186 0 0,1 3-148 0 0,-1-2-26 0 0,-1 4 6 0 0,1-1 148 0 0,1 1-158 0 0,0 0 36 0 0,2 0-14 0 0,1 0-4 0 0,1 0-56 0 0,0 1 38 0 0,3-2-42 0 0,0 2 136 0 0,4 0-222 0 0,1 0 166 0 0,2-3-52 0 0,-1-1 72 0 0,2-3-14 0 0,-1-1 14 0 0,0-1-16 0 0,1 0 92 0 0,1-7-88 0 0,-1 0 50 0 0,-6 0-34 0 0,0 1-34 0 0,-1-1 38 0 0,-1 0 34 0 0,-1 1-12 0 0,0 0 188 0 0,-3 0-252 0 0,-1-1 52 0 0,-3 7-60 0 0,1-3 58 0 0,0 4-44 0 0,-2-1 32 0 0,-1 2 96 0 0,0-1-138 0 0,1 3-20 0 0,0-1 110 0 0,2 3 10 0 0,0 0 168 0 0,-1 3-382 0 0,1 1 80 0 0,4-3-62 0 0,2 1 92 0 0,1 3-30 0 0,2-4 48 0 0,3 3-144 0 0,-1-2 188 0 0,4-5-118 0 0,-1 1 98 0 0,0-4-20 0 0,0 2 16 0 0,1-4-26 0 0,-1-1 140 0 0,-2-5-100 0 0,1 0 98 0 0,-5 2-134 0 0,-1-1 102 0 0,-2 1-82 0 0,1 0 102 0 0,-6 3-100 0 0,0-1 10 0 0,-1 9-38 0 0,1-1 6 0 0,-1 3-26 0 0,0-1-8 0 0,6 3 34 0 0,-2 0-20 0 0,4-1-64 0 0,-2 0 80 0 0,9 0-260 0 0,0 0 274 0 0,0-10-20 0 0,2 1 100 0 0,-1-6-76 0 0,0 0 52 0 0,-3-2-42 0 0,-2 2 32 0 0,-2 1-24 0 0,0 0 128 0 0,0 0-124 0 0,-2 0 148 0 0,-3-1-182 0 0,0 0 94 0 0,-5 5-62 0 0,3 0 10 0 0,-2 4 58 0 0,0 0-70 0 0,1 3-76 0 0,-1-1 84 0 0,0 4 36 0 0,1-2-78 0 0,2 3-62 0 0,0 1 42 0 0,4-1-100 0 0,0-1 128 0 0,8-4-134 0 0,0 0 150 0 0,1-4-18 0 0,1-2 42 0 0,-1-2 0 0 0,3 0 0 0 0,-3-3-30 0 0,0 0 36 0 0,-4 1-36 0 0,2-2 108 0 0,-4 2-114 0 0,0 1 206 0 0,-3-1-166 0 0,2-1 64 0 0,-9 14-114 0 0,-1-3 18 0 0,4 6-100 0 0,-1-1 60 0 0,7-1-194 0 0,3 0 200 0 0,6-4-4 0 0,-1-1 102 0 0,-1-6-112 0 0,-1 2 86 0 0,2-4 4 0 0,-2 0 138 0 0,-3 0-150 0 0,-1-1 234 0 0,-5 1-208 0 0,1-1 234 0 0,-5 3-642 0 0,-2 0 4240 0 0</inkml:trace>
  <inkml:trace contextRef="#ctx1" brushRef="#br1" timeOffset="10.99">6263 5273,'5400'-37</inkml:trace>
  <inkml:trace contextRef="#ctx1" brushRef="#br1" timeOffset="11.99">11525 5170,'138'67,"-275"3</inkml:trace>
  <inkml:trace contextRef="#ctx1" brushRef="#br1" timeOffset="12.99">6272 5246,'30'1930</inkml:trace>
  <inkml:trace contextRef="#ctx1" brushRef="#br1" timeOffset="13.99">6368 7037,'-66'139,"-5"-276</inkml:trace>
  <inkml:trace contextRef="#ctx1" brushRef="#br1" timeOffset="14.99">6241 5291,'-5401'37</inkml:trace>
  <inkml:trace contextRef="#ctx1" brushRef="#br1" timeOffset="15.99">978 5395,'-137'-68,"273"-2</inkml:trace>
  <inkml:trace contextRef="#ctx1" brushRef="#br1" timeOffset="16.97">6259 5270,'39'3849</inkml:trace>
  <inkml:trace contextRef="#ctx1" brushRef="#br1" timeOffset="17.97">6365 8981,'-67'138,"-3"-275</inkml:trace>
  <inkml:trace contextRef="#ctx1" brushRef="#br1" timeOffset="18.97">6263 5278,'-2930'2647</inkml:trace>
  <inkml:trace contextRef="#ctx1" brushRef="#br1" timeOffset="19.97">3481 7884,'-148'41,"204"-184</inkml:trace>
  <inkml:trace contextRef="#ctx0" brushRef="#br0" timeOffset="-22332.47">5918 5596 1934 0 0,'0'0'8982'0'0,"6"5"-8892"0"0,-1-1 120 0 0,3 3-122 0 0,-2-1-24 0 0,0-1 28 0 0,1-1 58 0 0,-2 1-84 0 0,1-3 68 0 0,3 4-98 0 0,-2-2 164 0 0,1 0-142 0 0,0 0 50 0 0,2 0-24 0 0,0 0-86 0 0,-2-1 54 0 0,-1 0 36 0 0,3 0-36 0 0,-1 1-36 0 0,0-2 30 0 0,1 1 10 0 0,1-1-48 0 0,-1 1 20 0 0,0-2-32 0 0,-1 1 58 0 0,1-1-94 0 0,-1 1 64 0 0,0-2-44 0 0,1 1 108 0 0,0-1-112 0 0,-1 1 36 0 0,3-1-10 0 0,-2-1 40 0 0,1 1-38 0 0,-2-1-10 0 0,1-1 62 0 0,1 1-52 0 0,-2-1 12 0 0,0 1 18 0 0,-1 0-10 0 0,0-2 62 0 0,0 2-56 0 0,-1-3-16 0 0,1 3-14 0 0,0-2 86 0 0,-1 2-60 0 0,0-2 148 0 0,2 2-202 0 0,-2-2-62 0 0,-17 7-4902 0 0,1-1 3286 0 0,0 6-926 0 0,-5 4-1238 0 0</inkml:trace>
  <inkml:trace contextRef="#ctx0" brushRef="#br0" timeOffset="-17252.87">5988 5752 2710 0 0,'0'0'6730'0'0,"-2"9"-6516"0"0,-1-1 428 0 0,2 3-476 0 0,0-1-48 0 0,-1 0 20 0 0,1-2-32 0 0,-1 2 2 0 0,1 0 2 0 0,-2 0 6 0 0,2 0-118 0 0,-2 1 114 0 0,0-2-30 0 0,-1 3 28 0 0,1-2-2 0 0,-2 4 26 0 0,0-4-100 0 0,-1 5 44 0 0,-4 5 24 0 0,2-7-12 0 0,2 1 64 0 0,-5 0 8 0 0,4-1-66 0 0,-3-1 22 0 0,6-5-2 0 0,-5 4 78 0 0,1 0-44 0 0,-1-1 20 0 0,1 0 24 0 0,0-2-30 0 0,-1 1 38 0 0,1-1-168 0 0,-1-1 162 0 0,0-2-128 0 0,-1 3 36 0 0,2-4 10 0 0,-2 2-78 0 0,2-4 106 0 0,-1 2 86 0 0,0-2-136 0 0,-2 1 318 0 0,3-6-248 0 0,0 0 176 0 0,4-2-420 0 0,0-3 168 0 0,4-3 4 0 0,-1 1-2 0 0,3-1-62 0 0,-1-1 12 0 0,4 4-78 0 0,-3-2 78 0 0,4 0 6 0 0,-2 2-98 0 0,2 0 0 0 0,-2 3 38 0 0,3-2 6 0 0,-1 0-52 0 0,0 2 88 0 0,2-3-134 0 0,1 3-10 0 0,0-3 34 0 0,-1 5-152 0 0,0-3 178 0 0,-1 2-30 0 0,0 1 92 0 0,6 2-178 0 0,0-2 34 0 0,-5 6-228 0 0,-1 0 300 0 0,-2 2-8 0 0,1-1 64 0 0,0 1 32 0 0,-2 1 20 0 0,3 0-64 0 0,-2 0-82 0 0,1 2 106 0 0,0-3 18 0 0,-1 4 12 0 0,1-2-48 0 0,-1 1-16 0 0,1-1 112 0 0,-1 2-110 0 0,1-3 96 0 0,-1 3-106 0 0,0-1 36 0 0,2-1 20 0 0,-2-1-30 0 0,2 1 40 0 0,0-2 66 0 0,2 1-46 0 0,-3 0-50 0 0,3-4 66 0 0,-2 2-56 0 0,1 0 36 0 0,1-3 42 0 0,2 2-148 0 0,-1-1-8 0 0,-4 4-2088 0 0,1 1 760 0 0,-2 0-2156 0 0,0 0 612 0 0</inkml:trace>
  <inkml:trace contextRef="#ctx0" brushRef="#br0" timeOffset="-14134.65">6023 6123 1144 0 0,'0'0'7784'0'0,"7"-4"-7650"0"0,-1-2 252 0 0,3 4-494 0 0,1 0 426 0 0,-1 0-298 0 0,-1 1 22 0 0,1 0-38 0 0,-1-3 180 0 0,-2 2-140 0 0,3-1-28 0 0,-2 0 20 0 0,0-1 454 0 0,-8 16-7462 0 0,-1 0 3454 0 0</inkml:trace>
  <inkml:trace contextRef="#ctx0" brushRef="#br0" timeOffset="57608.64">7145 6892 2504 0 0,'0'0'6104'0'0,"10"3"-5750"0"0,-2-1 390 0 0,3-1-358 0 0,1-1-104 0 0,-1 1 54 0 0,-2 1-56 0 0,3-1-22 0 0,-1 0-14 0 0,3 1 56 0 0,-1-1-170 0 0,-1 1 8 0 0,2-1-2 0 0,0 1 10 0 0,0-1 20 0 0,1-1-22 0 0,-1 1-40 0 0,0 1-12 0 0,0-2 6 0 0,0 1-12 0 0,0-1 92 0 0,-1 1-80 0 0,1-1 0 0 0,-2 0 26 0 0,2 2-60 0 0,-2-2 64 0 0,1 0 38 0 0,0 0-114 0 0,-1-2 120 0 0,0 2-104 0 0,-2 0-10 0 0,0-1 40 0 0,-2 1 40 0 0,4-1-26 0 0,-1-1 96 0 0,0 2-234 0 0,-1 0 92 0 0,0 0-120 0 0,0 0 390 0 0</inkml:trace>
  <inkml:trace contextRef="#ctx0" brushRef="#br0" timeOffset="160687.03">2607 7136 1220 0 0,'0'0'2444'0'0,"12"0"-2350"0"0,-1-2 178 0 0,-1 0-236 0 0,0-1 40 0 0,-2 0-52 0 0,1 0 38 0 0,-1 0-32 0 0,-1 1 26 0 0,3-1 10 0 0,-2-1 18 0 0,4 1-54 0 0,-3-1 6 0 0,-2 1-12 0 0,1 0 42 0 0,1 0-62 0 0,-3-1 32 0 0,3 1-24 0 0,-1 0 14 0 0,1 1-12 0 0,-1-1 14 0 0,2 0 4 0 0,-2-1-16 0 0,2 1-16 0 0,0 0 6 0 0,0 1 26 0 0,-1-1 4 0 0,2 0-12 0 0,-1-1-34 0 0,0 1-4 0 0,0 0 4 0 0,1 0 18 0 0,-2 2-12 0 0,1-2 2 0 0,-1 1 6 0 0,-1 0-8 0 0,1 0 22 0 0,2 1 6 0 0,-1 0-22 0 0,-1-2-24 0 0,0 2 68 0 0,-1-2-54 0 0,-1 0 2 0 0,1 1-4 0 0,-1-2 30 0 0,0 8-1722 0 0,0-1 1054 0 0,-10 4-1918 0 0</inkml:trace>
  <inkml:trace contextRef="#ctx0" brushRef="#br0" timeOffset="54394.84">6604 7042 1610 0 0,'0'0'436'0'0,"6"4"-82"0"0,-2 2 2136 0 0,0 1-2356 0 0,-1 0 310 0 0,0 1-310 0 0,-1 1 98 0 0,0-1-114 0 0,0 1 160 0 0,-1 2-168 0 0,0 0-30 0 0,1-1 2 0 0,-2-2 42 0 0,1 2-36 0 0,-1 0 132 0 0,1 0-160 0 0,-1-2-30 0 0,2 2 10 0 0,-2-1 66 0 0,0 3-56 0 0,0-3-34 0 0,0 1-28 0 0,0 1 90 0 0,2 0-6 0 0,-2 0 116 0 0,1 2-164 0 0,0-2-76 0 0,-1 2 78 0 0,0-1 82 0 0,2 0-4 0 0,-2 2-110 0 0,0-3 84 0 0,0-2-56 0 0,1 1 62 0 0,-1 0 80 0 0,-1 1-162 0 0,1 0 2286 0 0,4-18-2298 0 0,0 0 60 0 0,-3-1-58 0 0,2-2 32 0 0,0 0 10 0 0,0-1-2 0 0,0 0-24 0 0,2-2 14 0 0,1 1-48 0 0,2-8 54 0 0,-2 6 8 0 0,-4 7-68 0 0,4-5 56 0 0,0-1-32 0 0,-1 2-12 0 0,1-1 64 0 0,-1 3-60 0 0,0-1 72 0 0,0 3-72 0 0,1 1 4 0 0,-2 0 18 0 0,0 1 36 0 0,3-2-38 0 0,-1-1-20 0 0,1 1 52 0 0,-1 0-76 0 0,3 2-8 0 0,-2-1 74 0 0,0 2-62 0 0,0 0 50 0 0,2 4-48 0 0,1-2 10 0 0,-3 8 6 0 0,1-2 78 0 0,-3 5-90 0 0,1-3 36 0 0,-2 2-58 0 0,0-2 84 0 0,-2 1 24 0 0,1 0-96 0 0,2 2 84 0 0,-2-2-42 0 0,-1-1 22 0 0,1 3 24 0 0,-2 0-74 0 0,2-1 10 0 0,-1 1 30 0 0,-1 0-12 0 0,1 0 54 0 0,-1 1-6 0 0,0-1-110 0 0,-1 1 92 0 0,0 0-52 0 0,0-2 82 0 0,-1 6-68 0 0,1-2-6 0 0,-1-2-16 0 0,-1 1 168 0 0,2-2-128 0 0,-1-1 930 0 0,4-16-894 0 0,-1-1 18 0 0,1-1 2 0 0,0 2 6 0 0,-1-3 32 0 0,3 0-132 0 0,-1-2 32 0 0,2 1-12 0 0,-3 0 40 0 0,3 0-6 0 0,-1 1-2 0 0,1 0-38 0 0,0 1-16 0 0,1-1 38 0 0,-2 3 20 0 0,1-1 6 0 0,0 3-36 0 0,-1 1-42 0 0,1-1 4 0 0,-2 1 56 0 0,4 0-124 0 0,-1 0 78 0 0,2 3 6 0 0,-1 0 36 0 0,2-1-68 0 0,-2 2 28 0 0,2 0-26 0 0,-2-2 70 0 0,3 6-160 0 0,-1-3 82 0 0,-3 3-86 0 0,0 0 138 0 0,-1 2-28 0 0,-1-2-18 0 0,0 4 30 0 0,0 1 22 0 0,-1-3 10 0 0,-1 0-44 0 0,1 3 32 0 0,-1-2 22 0 0,0 3-12 0 0,-1-1 20 0 0,2 2-32 0 0,-2 0-2 0 0,1 1 22 0 0,-2-1 16 0 0,-1 1-6 0 0,2 0-4 0 0,-1 0-78 0 0,-1-1 98 0 0,1 3-102 0 0,1-2 92 0 0,-1-3-60 0 0,2 1 52 0 0,-1-1-68 0 0,0-2 88 0 0,1 3-26 0 0,-2 0-4 0 0</inkml:trace>
  <inkml:trace contextRef="#ctx0" brushRef="#br0" timeOffset="55455.71">7386 7083 2660 0 0,'0'0'2456'0'0,"-3"-7"-2020"0"0,-1 0 3022 0 0,-7 8-3218 0 0,0-1-12 0 0,3 8-136 0 0,0 0 2 0 0,3-1 28 0 0,0-2-72 0 0,0 5 18 0 0,0-2-32 0 0,-1 4-24 0 0,0-3 68 0 0,2 4-84 0 0,-2-2 50 0 0,2 3-36 0 0,-1 0 8 0 0,2-1 56 0 0,0 2-94 0 0,0-1 68 0 0,2-1-44 0 0,0 3-2 0 0,-1-2 44 0 0,4 0-70 0 0,-2 0 26 0 0,2 0 28 0 0,0-1-28 0 0,2-1 0 0 0,-1 0 48 0 0,1-3-136 0 0,0 2 110 0 0,2-1-36 0 0,-2-2 16 0 0,2 1 54 0 0,-3-2-112 0 0,3-2 66 0 0,-2 1-30 0 0,3-1 16 0 0,0 2-28 0 0,2-5 10 0 0,-1-1 46 0 0,3-2-68 0 0,2-1 44 0 0,-3-3-6 0 0,-1-1 70 0 0,-1 1-82 0 0,-2-1 4 0 0,1-2-10 0 0,0 1 44 0 0,2-3 44 0 0,-2 0-72 0 0,1-1 32 0 0,-1 0-50 0 0,2-1 22 0 0,-3 2 66 0 0,0-2-70 0 0,0 1-10 0 0,-1 0 10 0 0,0 0 20 0 0,-3-1 50 0 0,1 1-120 0 0,0 0 52 0 0,-2-1 22 0 0,-1 2 20 0 0,0 0 46 0 0,-1-3-46 0 0,-2-1-4 0 0,1 5 4 0 0,1 0 64 0 0,0 1-76 0 0,-3-1 60 0 0,2 0-10 0 0,-1 0-28 0 0,1 0 38 0 0,-2 0 24 0 0,3 1-56 0 0,-1 0 220 0 0,-4-2-98 0 0,2 2 248 0 0,-1 2-348 0 0,0 0 336 0 0,-4 5-390 0 0,1-2 64 0 0,0 6-100 0 0,0 1 4 0 0,2 3 28 0 0,-1-1-56 0 0,3-1 18 0 0,-1 1 8 0 0,1 1 4 0 0,0 0 34 0 0,0 0-22 0 0,-2 0-26 0 0,2 0-20 0 0,-1 0 54 0 0,2 0 30 0 0,-1-2-26 0 0,0 4-72 0 0,-1-2 70 0 0,2 0-42 0 0,1-1 6 0 0,9 11-9894 0 0</inkml:trace>
  <inkml:trace contextRef="#ctx0" brushRef="#br0" timeOffset="56655.49">7521 7078 1632 0 0,'0'0'4146'0'0,"0"10"-3906"0"0,-1 0 228 0 0,2 1-194 0 0,0-1 292 0 0,-1 4-290 0 0,0-2 12 0 0,2-2-108 0 0,-2 0 78 0 0,0 3-50 0 0,-2-2-8 0 0,2 1 16 0 0,-1 1-98 0 0,0 1-6 0 0,0 0 30 0 0,-2 1-6 0 0,2 0 18 0 0,1 2-68 0 0,0 0 6 0 0,-1-1-40 0 0,0 1 16 0 0,1 2 58 0 0,0-1-74 0 0,0-1 76 0 0,0-1-98 0 0,0 1-10 0 0,0 0 64 0 0,0-1-70 0 0,-2 0 0 0 0,2 1 26 0 0,0-1 0 0 0,-1-2 26 0 0,-1 0 2 0 0,1 3-44 0 0,-2-1-2 0 0,2-3 6 0 0,-2 3 14 0 0,0-3 28 0 0,0 1-36 0 0,1 1-100 0 0,-1-3 110 0 0,0 0-38 0 0,0-1 50 0 0,0-2-70 0 0,1 1 76 0 0,-3 0-12 0 0,1-2-52 0 0,-1 2 44 0 0,-1-2 30 0 0,0 1-32 0 0,1-2-30 0 0,0 1 6 0 0,-3-1 62 0 0,1 2-14 0 0,0-3-50 0 0,1 0 30 0 0,-2 0-4 0 0,3-2 10 0 0,-2 0 156 0 0,-3 0-98 0 0,2 0 42 0 0,-3-1-58 0 0,1-2 78 0 0,-2-1-142 0 0,-1-1-6 0 0,4 0 16 0 0,0-1 14 0 0,-1 0 18 0 0,0-1-38 0 0,2-2-42 0 0,-2 1 14 0 0,2 0 16 0 0,-1-1 2 0 0,4 0 4 0 0,-2 1-62 0 0,0-2 0 0 0,0 1 128 0 0,3-2-158 0 0,0-1 34 0 0,5-2-6 0 0,0 0 26 0 0,2 3-46 0 0,0-1 10 0 0,3 0 24 0 0,-2-1 0 0 0,3 1-38 0 0,-2-2 18 0 0,2 0 22 0 0,1 2-42 0 0,1 0 92 0 0,-1-2-56 0 0,1 2 48 0 0,0-1-30 0 0,1 1-14 0 0,0-1 46 0 0,0 1-34 0 0,0 1 20 0 0,0-1-18 0 0,-1 2-20 0 0,1-1-10 0 0,-2 0 62 0 0,3 0-54 0 0,-1 0-30 0 0,-2 0 20 0 0,2 0 30 0 0,-2 1 16 0 0,-1 1 30 0 0,2-1-96 0 0,-2 1 72 0 0,-1 1-84 0 0,0-1 68 0 0,4 1 4 0 0,-2 0-28 0 0,1 1-10 0 0,-1 1 106 0 0,3 0-106 0 0,1 0 84 0 0,-3 2-24 0 0,1-1 206 0 0,1 2-190 0 0,-1-1 524 0 0,2-7-9948 0 0</inkml:trace>
  <inkml:trace contextRef="#ctx0" brushRef="#br0" timeOffset="157944.43">2732 7975 1164 0 0,'0'0'3758'0'0,"-6"-10"-3718"0"0,2 2 42 0 0,3-2-24 0 0,1 0 6 0 0,-1-2 0 0 0,-2-1-50 0 0,1-2 12 0 0,1 0 4 0 0,-1 0 14 0 0,-2-11 28 0 0,3 8-6 0 0,-2-1 0 0 0,1 1 12 0 0,-2 0 4 0 0,2-1 36 0 0,-2-1-62 0 0,1 1 16 0 0,-1-2-28 0 0,-1 0 24 0 0,3-1 4 0 0,-2 1 12 0 0,1-2-28 0 0,0 1 2 0 0,2 0-54 0 0,-3 0 32 0 0,3-1 86 0 0,0 1-104 0 0,0 0-42 0 0,-1 2 28 0 0,2 2 10 0 0,-1 8 72 0 0,1-6 2 0 0,0 1-104 0 0,-1 4 24 0 0,-1-2 42 0 0,1 5-16 0 0,-1-2 76 0 0,1-1-126 0 0,-1 1 74 0 0,1 0 2 0 0,-2 2-60 0 0,2 0 82 0 0,0 0-98 0 0,5 0-180 0 0,0 1 256 0 0,6 3-86 0 0,-1-1 4 0 0,1 1 16 0 0,-1 0-26 0 0,3 2 138 0 0,0-2-126 0 0,1 2 4 0 0,1-1-6 0 0,3 1 48 0 0,8-2-32 0 0,-7 2-8 0 0,2-1-22 0 0,-1 1 66 0 0,0-1-34 0 0,2-2-2 0 0,-1 1 12 0 0,-1-1 20 0 0,-1-1-36 0 0,0 2 12 0 0,0-1-14 0 0,-3 0-14 0 0,-8 2 138 0 0,5-1-98 0 0,0 1-36 0 0,-2 1 66 0 0,-2-2-12 0 0,0 2-58 0 0,-1-1-8 0 0,1 2 110 0 0,1-2-148 0 0,2 3-3128 0 0,-1-2 1676 0 0</inkml:trace>
  <inkml:trace contextRef="#ctx0" brushRef="#br1" timeOffset="169650.98">6406 7153 1760 0 0,'0'0'984'0'0,"-10"-2"-1314"0"0,-1 1-166 0 0</inkml:trace>
  <inkml:trace contextRef="#ctx0" brushRef="#br0" timeOffset="158595.21">2547 7732 1330 0 0,'9'0'342'0'0,"0"-1"546"0"0,1-2-646 0 0,0 0-32 0 0,-2 2 4 0 0,1-1 2 0 0,1 0-10 0 0,-2 1-62 0 0,3-3-18 0 0,-1 3-22 0 0,1 0 38 0 0,0-2-30 0 0,-1 1 4 0 0,0-1-22 0 0,1 2-6 0 0,-2-1 4 0 0,1 1 10 0 0,-1-3-34 0 0,0 3 16 0 0,1-2-34 0 0,-1 2-2 0 0,-1-2 34 0 0,2 0-40 0 0,-2 0 64 0 0,1-1-60 0 0,1 1-16 0 0,-2-1-4 0 0,0 0 30 0 0,-1 0-52 0 0,2 1 24 0 0,-3 0-166 0 0,2-1-110 0 0,-2 8-1600 0 0,0 0 554 0 0</inkml:trace>
  <inkml:trace contextRef="#ctx0" brushRef="#br0" timeOffset="159279.18">3039 7732 1818 0 0,'0'0'2670'0'0,"-4"-7"-2322"0"0,1 2 1016 0 0,-4 0-1208 0 0,0 1 280 0 0,-3 4-282 0 0,1-1 168 0 0,1 5-228 0 0,0-2 62 0 0,3 3-206 0 0,-2-1 12 0 0,3 3 22 0 0,-2 1-12 0 0,2 0 2 0 0,-1 0-2 0 0,2 2 46 0 0,-2 0-40 0 0,2 0 106 0 0,0 2-58 0 0,-1-1-6 0 0,1-1-10 0 0,2 0-10 0 0,0-2 112 0 0,1 6-144 0 0,1-2-46 0 0,2-2 40 0 0,-1-2 30 0 0,3-1-34 0 0,-1-1-12 0 0,3 1 54 0 0,0 0 62 0 0,3-3-180 0 0,0 1 168 0 0,1-3 12 0 0,-1 1-46 0 0,3-2 18 0 0,0-1-72 0 0,-2 0 106 0 0,-1-1 22 0 0,0-2-66 0 0</inkml:trace>
  <inkml:trace contextRef="#ctx0" brushRef="#br0" timeOffset="-178566.34">2709 7945 2482 0 0,'0'0'4794'0'0,"5"4"-8572"0"0,1 0 2366 0 0,2 1-672 0 0</inkml:trace>
  <inkml:trace contextRef="#ctx0" brushRef="#br0" timeOffset="-60084.46">3279 8235 1372 0 0</inkml:trace>
  <inkml:trace contextRef="#ctx0" brushRef="#br0" timeOffset="169650.98">6672 9002 792 0 0,'0'0'7380'0'0,"10"0"-7314"0"0,-2 0 274 0 0,2 2-228 0 0,-1-2 126 0 0,1 0-178 0 0,-1-2 208 0 0,2 2-136 0 0,0-1-4 0 0,1 1-66 0 0,0 0 126 0 0,-2-1-174 0 0,-1-1 108 0 0,1 2-80 0 0,1-1 58 0 0,-1 0-100 0 0,0 1 78 0 0,1 0-66 0 0,-1-2 46 0 0,1 4-78 0 0,-2-2 26 0 0,2 0 40 0 0,-1 0 0 0 0,2-2-168 0 0,-3 0 50 0 0,1 1 18 0 0,-1 0-8 0 0,-1-1 12 0 0,2 1 188 0 0,-2 0-174 0 0,0 0 168 0 0</inkml:trace>
  <inkml:trace contextRef="#ctx0" brushRef="#br0" timeOffset="-183017.61">6967 9137 2674 0 0,'4'22'2024'0'0,"-2"-13"-1376"0"0,9 14 14357 0 0</inkml:trace>
  <inkml:trace contextRef="#ctx0" brushRef="#br0" timeOffset="169650.98">6802 9748 1704 0 0,'0'0'5708'0'0,"8"-3"-5516"0"0,-1 1 490 0 0,-7-7-588 0 0,1-1 136 0 0,-1-1-136 0 0,0 1 128 0 0,2 1-178 0 0,-2-1 158 0 0,0-1-144 0 0,1 1 174 0 0,-2-1-156 0 0,-1 0 32 0 0,2 0-86 0 0,-1 4 26 0 0,0-5 58 0 0,-1 2-10 0 0,1-2-122 0 0,-2 1 44 0 0,1-2 2 0 0,0 0 20 0 0,0 0 30 0 0,0-2-112 0 0,0 2 118 0 0,-1-2 58 0 0,1 3 4 0 0,-1-2 38 0 0,0 2 46 0 0,-1-1-46 0 0,2 1 30 0 0,-3-2-8 0 0,1 2-14 0 0,0 0 16 0 0,-1 1 16 0 0,1-2-30 0 0,0 1 30 0 0,-2 1-50 0 0,2 0-44 0 0,0 0 2 0 0,0 2 76 0 0,-2-1-138 0 0,3 1 12 0 0,1 1 10 0 0,-1 1 10 0 0,1-1 96 0 0,-2 0-126 0 0,2-1-32 0 0,-1 0 12 0 0,1 1-8 0 0,1 0 14 0 0,-1 0-12 0 0,0-2 138 0 0,1 1-194 0 0,1 0-4 0 0,-2-1-36 0 0,10 8-166 0 0,0-1 322 0 0,2 3-130 0 0,2-1 10 0 0,-3 0 92 0 0,2 1-42 0 0,2-1-62 0 0,0-1 28 0 0,-4 0 28 0 0,1 1 12 0 0,0 0-98 0 0,1-1 40 0 0,-1 1 22 0 0,0 0-30 0 0,-1-1 90 0 0,1 1-16 0 0,-2-2-104 0 0,1 2 54 0 0,-1-2-2 0 0,1 1 142 0 0,0 0-162 0 0,0-1-2 0 0,0 2 32 0 0,1-1 60 0 0,-2-1-134 0 0,1 2 68 0 0,-31 20-9896 0 0,12-8 6142 0 0</inkml:trace>
  <inkml:trace contextRef="#ctx0" brushRef="#br0" timeOffset="169650.98">8337 9188 1724 0 0,'0'0'3196'0'0,"-3"7"-3044"0"0,-1-1 380 0 0,1 3-376 0 0,0-1 228 0 0,0 2-180 0 0,-1-1-62 0 0,1 1 58 0 0,-1-1-30 0 0,1 0 18 0 0,1-1-42 0 0,-2 3 62 0 0,0-2-74 0 0,2 1 58 0 0,-2-1-14 0 0,1 0-144 0 0,-1 0 72 0 0,-1-2-64 0 0,1 1 16 0 0,-1 0 10 0 0,1 1 120 0 0,-2-1-64 0 0,1 0-6 0 0,-1-1-18 0 0,-1 0 12 0 0,1 1 4 0 0,-1-2 38 0 0,1 0-54 0 0,-2 0 24 0 0,3-4-80 0 0,-2 2 172 0 0,-1-2-144 0 0,-1 1 198 0 0,1-5-204 0 0,-2-1 6 0 0,3-1-110 0 0,-1-2 44 0 0,5 0-136 0 0,-1-2 78 0 0,6-1-180 0 0,1-1 154 0 0,1 3-110 0 0,2 0 176 0 0,1 0-198 0 0,-2 0 182 0 0,3 0-12 0 0,-3 2-24 0 0,3 0-114 0 0,-3 0 140 0 0,3 8 2 0 0,-1-1 6 0 0,0 4 16 0 0,0-2 76 0 0,-2 2-60 0 0,0 0 36 0 0,0-1-18 0 0,1 0 114 0 0,1 3-56 0 0,-2-3 4 0 0,2 0-142 0 0,-1 1 162 0 0,2 0-90 0 0,-2-2 36 0 0,1-1 40 0 0,0 0-24 0 0,3-2-48 0 0,-1 2 68 0 0,1-5-86 0 0,0 2 68 0 0,-3-2-200 0 0,1 0-38 0 0,-2-3-1918 0 0,-1-1 1248 0 0,2 2-2978 0 0,0-2 1320 0 0</inkml:trace>
  <inkml:trace contextRef="#ctx0" brushRef="#br0" timeOffset="169650.98">8025 9212 1946 0 0,'0'0'2784'0'0,"-5"5"-2416"0"0,-1-1 1290 0 0,1 2-1566 0 0,-2 0 194 0 0,2 2-314 0 0,0-1 146 0 0,3 0-128 0 0,-3-2 136 0 0,1 5-14 0 0,-1 0 4 0 0,3 0-148 0 0,-1 0 130 0 0,2-1-46 0 0,-1 1 132 0 0,2 1-156 0 0,2 2 84 0 0,-1-4-132 0 0,2-2 106 0 0,1 1-8 0 0,-1-2 0 0 0,2 2-166 0 0,0-2 260 0 0,1 3-256 0 0,0 0 102 0 0,0-2-18 0 0,-1 0 62 0 0,1 0-18 0 0,-1-1-6 0 0,1-1-172 0 0,-2 2 210 0 0,2-1-188 0 0,-2 0 274 0 0,0 0-162 0 0,0 0 764 0 0,-9 0-558 0 0,-1 0 202 0 0,-1-2-132 0 0,-1-1 70 0 0,-1 0-106 0 0,-2-2 128 0 0,1-1-196 0 0,-1 0 238 0 0,2-1-316 0 0,-1-2-22 0 0,3 0-770 0 0,0 0 102 0 0</inkml:trace>
  <inkml:trace contextRef="#ctx0" brushRef="#br0" timeOffset="169650.98">7644 9272 2148 0 0,'0'0'4330'0'0,"-8"3"-4276"0"0,-1 0 64 0 0,4 3-74 0 0,1-2 38 0 0,0 3 56 0 0,1-2-28 0 0,-3 3-50 0 0,0 1 238 0 0,3 0-270 0 0,-2 0 188 0 0,3-1-206 0 0,-2 1 172 0 0,2 1-156 0 0,-1 0 290 0 0,2 1-258 0 0,-1-2 6 0 0,2 1-80 0 0,-1 0 236 0 0,2-2-230 0 0,1 0 36 0 0,2 1-26 0 0,-1-2 82 0 0,2 1-68 0 0,1-1 54 0 0,0-3 40 0 0,0 1-48 0 0,3-1-36 0 0,-2 1 72 0 0,3-4-42 0 0,-1 0-44 0 0,1-1-28 0 0,1-1 46 0 0,-1 0-48 0 0,1-3 50 0 0,-4 1-46 0 0,0 1-2 0 0,0-3-16 0 0,0 0 102 0 0,0 1-130 0 0,0-2 66 0 0,0 0-36 0 0,-1 1 34 0 0,0-1-8 0 0,0 1-102 0 0,1-1-32 0 0,-2 2 122 0 0,0-2-82 0 0,-1 1 66 0 0,3-2-108 0 0,-1-1 118 0 0,-1 1-208 0 0,0-2 168 0 0,-1 1-196 0 0,-1-1 170 0 0,1 1-8 0 0,-2-2 32 0 0,3 5 52 0 0,-3-3-74 0 0,1-1-116 0 0,0 0 136 0 0,0 1-188 0 0,0-1 288 0 0,-2 2-134 0 0,-1-4 258 0 0,-3 5-70 0 0,0-2 344 0 0,-3 14-484 0 0,0 0 262 0 0,2-1-206 0 0,-1 3 8 0 0,3-2 10 0 0,-1 1 136 0 0,-2 3-224 0 0,3-2 48 0 0,-1 1-44 0 0,0-2 106 0 0,2 5-88 0 0,-1 1 126 0 0,1-1-166 0 0,0 0 192 0 0,2-1-100 0 0,-1-1-20 0 0,1-1 62 0 0,-1 0 12 0 0,5-1-138 0 0,-3 1 146 0 0,6-4-142 0 0,-3 1 172 0 0,6-6-178 0 0,0 0 256 0 0,0-2-208 0 0,-1 1 18 0 0,-3-3-48 0 0,2 0 6 0 0,-4-2-14 0 0,-1 0 172 0 0,3 0-156 0 0,-2-2 66 0 0,0 1-58 0 0,-1 0 46 0 0,0 1-196 0 0,-1-3 194 0 0,0 1-114 0 0,0 1 162 0 0,-1-5-80 0 0,1 3 104 0 0,-3-2-128 0 0,-1 1 66 0 0,-1-2-104 0 0,0 0 144 0 0,-3 2-68 0 0,1-1 144 0 0,1 5-84 0 0,-1 1 80 0 0,-3 1-142 0 0,1 1 42 0 0,-6 3-110 0 0,2-2 156 0 0</inkml:trace>
  <inkml:trace contextRef="#ctx0" brushRef="#br0" timeOffset="169650.98">7416 9328 1428 0 0,'0'0'2630'0'0,"-8"1"-2444"0"0,-1 1 514 0 0,4 4-638 0 0,0 0 158 0 0,2 1-204 0 0,-2-1 68 0 0,3 2-94 0 0,-1-1 114 0 0,4 3-108 0 0,1-2 74 0 0,5-3-140 0 0,-2-3 492 0 0,2-6-384 0 0,-1-1 210 0 0,-5-2-162 0 0,2-2 1418 0 0,4 13-1936 0 0,-1-1 552 0 0,-10-12-224 0 0,0 3 244 0 0,-3 2-648 0 0,0 1 242 0 0</inkml:trace>
  <inkml:trace contextRef="#ctx0" brushRef="#br0" timeOffset="201602.47">7085 9431 1738 0 0,'0'0'3114'0'0,"-8"-1"-2832"0"0,-1-1 1342 0 0,-1 4-1396 0 0,1-1 562 0 0,0 0-594 0 0,-1 1 804 0 0,1-1-900 0 0,-1 0 226 0 0,3 2-270 0 0,0 0 76 0 0,1 3-114 0 0,-1-1 38 0 0,2 1-30 0 0,-1-2 90 0 0,0 3-104 0 0,1 0 8 0 0,-1 1-14 0 0,1 1 14 0 0,2-2 56 0 0,-1 0-222 0 0,1 1 106 0 0,0-1 98 0 0,0 1-4 0 0,1 1 24 0 0,-1 0-62 0 0,2-2-44 0 0,-3 2 56 0 0,3-1 10 0 0,0 3 24 0 0,-2 1-38 0 0,3-2-20 0 0,0-1-6 0 0,1 1 34 0 0,1-1-78 0 0,0 3 62 0 0,2-2-40 0 0,-2-4 86 0 0,1 1-76 0 0,1 2 20 0 0,-1-2 4 0 0,0 0-8 0 0,0-2 82 0 0,2 5-98 0 0,0-1 20 0 0,1-2 16 0 0,0-2 82 0 0,-1 1-152 0 0,1-2 86 0 0,4 1 18 0 0,-2-2-80 0 0,1-1 2 0 0,0-1 88 0 0,1-1-120 0 0,-2 2 172 0 0,3-4-218 0 0,-1-1 162 0 0,-3 2-142 0 0,0-1 92 0 0,2-3 14 0 0,-1 1 36 0 0,-1-1-100 0 0,1 0 38 0 0,-1 1 4 0 0,-1-1 18 0 0</inkml:trace>
  <inkml:trace contextRef="#ctx0" brushRef="#br0" timeOffset="169650.98">6711 9512 2230 0 0,'0'0'2566'0'0,"7"-4"-2174"0"0,-1 1 2228 0 0,4 0-2422 0 0,0 2 434 0 0,-2-2-532 0 0,1 1 202 0 0,0 1-240 0 0,0-2 80 0 0,2 2-90 0 0,-1 0 42 0 0,-2-1 8 0 0,0 1 12 0 0,1-1-62 0 0,0 0 158 0 0,-3 0-198 0 0,3-1 226 0 0,-2 1-234 0 0,0-1 134 0 0,0 0-230 0 0,0 0 52 0 0,-7 14-7124 0 0,0 2 4204 0 0</inkml:trace>
  <inkml:trace contextRef="#ctx0" brushRef="#br1" timeOffset="169650.98">6796 9574 1538 0 0,'0'0'2234'0'0,"-4"-6"-1716"0"0,-2 2 1982 0 0,10 14-6354 0 0,1 0 2664 0 0</inkml:trace>
  <inkml:trace contextRef="#ctx0" brushRef="#br0" timeOffset="-170604.55">16404 12130 1102 0 0,'0'0'3550'0'0,"6"-6"-3496"0"0,-2 2 598 0 0,3 8-500 0 0,-1 1-20 0 0,-1 2-80 0 0,-1-2 170 0 0,3 1-146 0 0,-2 1 182 0 0,2 0-194 0 0,-2 0 332 0 0,0-1-448 0 0,0 1 406 0 0,-1 0-422 0 0,0 0 12 0 0,0-2 160 0 0,-1 2-42 0 0,1-1-92 0 0,0 0 202 0 0,1 2-208 0 0,-3 0 108 0 0,2-1-74 0 0,-1-2-16 0 0,1 3 128 0 0,1-2-92 0 0,-3 1-114 0 0,1 0 88 0 0,1 1-52 0 0,-1-2 102 0 0,3 1-90 0 0,-2-1 84 0 0,0 1-64 0 0,0 0 2 0 0,0-2 80 0 0,0 1-8 0 0,1 0-120 0 0,-1-1 154 0 0,0 1-34 0 0,0-1 84 0 0,2 1-232 0 0,-2 0 454 0 0,1-1-366 0 0,-2 1 292 0 0,2 1-216 0 0,-1-2-26 0 0,2 1-4 0 0,-1 0-114 0 0,-1-1 118 0 0,1 0 4 0 0,1 0-70 0 0,-2-1 124 0 0,4 0-188 0 0,-3-1 874 0 0,-8 4-678 0 0,-1 0 54 0 0,0-1-150 0 0,0 0 70 0 0,0 0-90 0 0,-1 0 74 0 0,-2 1-82 0 0,1 0 48 0 0,-2 3 34 0 0,0-2-48 0 0,0 2 76 0 0,-6 4-116 0 0,2-4 36 0 0,3 1 16 0 0,-2-2-4 0 0,1 1 20 0 0,-2 0-58 0 0,1 0 42 0 0,6-6 0 0 0,-3 4 38 0 0,-2 0-86 0 0,0 1 22 0 0,2-2 10 0 0,-1 1-12 0 0,-1-1 56 0 0,3 2-132 0 0,0-2 96 0 0,0-1 30 0 0,-1-1 26 0 0,2 2-88 0 0,0-1 184 0 0,0-3-216 0 0,0 2 92 0 0</inkml:trace>
  <inkml:trace contextRef="#ctx0" brushRef="#br0" timeOffset="19136.34">4865 12286 1942 0 0,'0'0'608'0'0,"5"-4"16"0"0,0-2 2804 0 0,12 1 6669 0 0,-24 10-9931 0 0,0-1 104 0 0,0 2-158 0 0,1-1-18 0 0,-1 1-18 0 0,1 1-76 0 0,1 3 54 0 0,-3-2-40 0 0,3 5 10 0 0,-1-1-20 0 0,2 4 26 0 0,-1 8-50 0 0,2-16 32 0 0,1 7 42 0 0,-1 10-60 0 0,2-5 26 0 0,1-2-16 0 0,0 2-62 0 0,0-1 132 0 0,1-1-98 0 0,2 0 38 0 0,0 0-42 0 0,0 0-28 0 0,1 1 56 0 0,0-2 2 0 0,1 0 56 0 0,0-1-84 0 0,2 1 6 0 0,0-1-28 0 0,1-3 62 0 0,1 1-48 0 0,-5-8 56 0 0,5 4-54 0 0,-2 1 36 0 0,3-3-38 0 0,1-1 10 0 0,-2 0-16 0 0,1-2 48 0 0,-1 0-20 0 0,1-2-32 0 0,1-2 52 0 0,-1 0 66 0 0,2-2-122 0 0,-2-2 48 0 0,2-1 12 0 0,-1 0-20 0 0,0-3 12 0 0,7-6 54 0 0,-7 4 12 0 0,0-2-42 0 0,-1-2-56 0 0,0 0-4 0 0,-2 1 8 0 0,1 0 36 0 0,-1-3 86 0 0,1 0-114 0 0,-3-1-26 0 0,1-1 52 0 0,-1 1 72 0 0,-1-2-50 0 0,0 0-48 0 0,-2-2 32 0 0,-2 1-64 0 0,0-2 54 0 0,-1 0 118 0 0,-2 1-146 0 0,-1 2 44 0 0,-3-1-70 0 0,1 1 22 0 0,-2-1 2 0 0,-2 2 52 0 0,0 4 16 0 0,-1-2-24 0 0,-1 3-66 0 0,-1 1 66 0 0,1 1 2 0 0,6 6 26 0 0,-6-3-48 0 0,0-1 28 0 0,-1 2-48 0 0,0 0 44 0 0,0 3-16 0 0,0 1 26 0 0,1 0-32 0 0,0 1-44 0 0,-1 1 42 0 0,1 0-48 0 0,1 1-100 0 0,1 1-24 0 0,0 2-86 0 0,0-1-72 0 0,0-1-885 0 0,0 0-19 0 0,-1 2-438 0 0,-2 0-384 0 0,5 2-3568 0 0,-2-2 620 0 0</inkml:trace>
  <inkml:trace contextRef="#ctx1" brushRef="#br0" timeOffset="20.99">10608 16481,'-32'509,"-63"-8,-63-15,-60-25,-55-30,-52-38,-47-44,-41-49,-34-54,-27-58,-20-61,-12-63,-4-64,3-64,13-63,20-61,26-58,36-54,40-49,47-44,52-38,55-30,60-25,63-15,63-8,64 0,63 8,63 15,60 25,55 30,52 38,47 44,40 49,36 54,26 58,20 61,13 64,3 63,-4 63,-12 64,-20 61,-27 58,-34 54,-41 49,-47 44,-52 38,-55 30,-60 25,-63 15,-63 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2T13:50: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1332 39 7460 0 0,'-24'0'-1520'0'0,"7"-10"-902"0"0,17-18-1092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>
            <a:fillRect/>
          </a:stretch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>
            <a:fillRect/>
          </a:stretch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>
            <a:fillRect/>
          </a:stretch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>
            <a:fillRect/>
          </a:stretch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571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ЗОНД</a:t>
            </a:r>
            <a:r>
              <a:rPr lang="en-US" dirty="0"/>
              <a:t> 5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54955" y="4777379"/>
            <a:ext cx="8825658" cy="1682797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Команда 007</a:t>
            </a:r>
          </a:p>
          <a:p>
            <a:r>
              <a:rPr lang="ru-RU" dirty="0"/>
              <a:t>- Иосифова м. о.</a:t>
            </a:r>
          </a:p>
          <a:p>
            <a:r>
              <a:rPr lang="ru-RU" dirty="0"/>
              <a:t>- Филиппова и. в.</a:t>
            </a:r>
          </a:p>
          <a:p>
            <a:r>
              <a:rPr lang="ru-RU" dirty="0"/>
              <a:t>- Морозов д. а.</a:t>
            </a:r>
          </a:p>
          <a:p>
            <a:r>
              <a:rPr lang="ru-RU" dirty="0"/>
              <a:t>- Зорин а. с.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5000"/>
              </a:lnSpc>
              <a:spcBef>
                <a:spcPts val="150"/>
              </a:spcBef>
              <a:spcAft>
                <a:spcPts val="150"/>
              </a:spcAft>
            </a:pPr>
            <a:r>
              <a:rPr lang="ru-RU" sz="2400" dirty="0">
                <a:solidFill>
                  <a:schemeClr val="tx2"/>
                </a:solidFill>
              </a:rPr>
              <a:t>Цель миссии - смоделировать полёт, облетая луну, аналогичный миссии Зонд-5, реализовать его, используя игру </a:t>
            </a:r>
            <a:r>
              <a:rPr lang="ru-RU" sz="2400" dirty="0" err="1">
                <a:solidFill>
                  <a:schemeClr val="tx2"/>
                </a:solidFill>
              </a:rPr>
              <a:t>Kerbal</a:t>
            </a:r>
            <a:r>
              <a:rPr lang="ru-RU" sz="2400" dirty="0">
                <a:solidFill>
                  <a:schemeClr val="tx2"/>
                </a:solidFill>
              </a:rPr>
              <a:t> Space Program.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B142D0-58E2-34DB-BF15-ABEEE596E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715" y="322089"/>
            <a:ext cx="9404723" cy="1400530"/>
          </a:xfrm>
        </p:spPr>
        <p:txBody>
          <a:bodyPr/>
          <a:lstStyle/>
          <a:p>
            <a:r>
              <a:rPr lang="ru-RU" dirty="0"/>
              <a:t>Программная часть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70A3B36-5348-B107-56E8-DD30F2BEF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128" y="3064429"/>
            <a:ext cx="6048089" cy="351450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DD29CCB-9BE5-0942-A91D-C22B84961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715" y="1300348"/>
            <a:ext cx="4794886" cy="4162301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E510963D-A20C-7A71-52B4-3D0AD8F642F3}"/>
              </a:ext>
            </a:extLst>
          </p:cNvPr>
          <p:cNvSpPr txBox="1">
            <a:spLocks/>
          </p:cNvSpPr>
          <p:nvPr/>
        </p:nvSpPr>
        <p:spPr>
          <a:xfrm>
            <a:off x="5798871" y="2588821"/>
            <a:ext cx="4794885" cy="4756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1800" dirty="0"/>
              <a:t>Добавление собранных данных в </a:t>
            </a:r>
            <a:r>
              <a:rPr lang="en-US" sz="1800" dirty="0" err="1"/>
              <a:t>json</a:t>
            </a:r>
            <a:endParaRPr lang="ru-RU" sz="1800" dirty="0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70AAF5EF-EA34-74C0-35B1-E88C532287C1}"/>
              </a:ext>
            </a:extLst>
          </p:cNvPr>
          <p:cNvSpPr txBox="1">
            <a:spLocks/>
          </p:cNvSpPr>
          <p:nvPr/>
        </p:nvSpPr>
        <p:spPr>
          <a:xfrm>
            <a:off x="509715" y="5557652"/>
            <a:ext cx="3108300" cy="43363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1800" dirty="0"/>
              <a:t>Подключение к кораблю</a:t>
            </a:r>
          </a:p>
        </p:txBody>
      </p:sp>
    </p:spTree>
    <p:extLst>
      <p:ext uri="{BB962C8B-B14F-4D97-AF65-F5344CB8AC3E}">
        <p14:creationId xmlns:p14="http://schemas.microsoft.com/office/powerpoint/2010/main" val="3808082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Физико-математическая модель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Объект 35"/>
              <p:cNvSpPr>
                <a:spLocks noGrp="1"/>
              </p:cNvSpPr>
              <p:nvPr>
                <p:ph idx="1"/>
              </p:nvPr>
            </p:nvSpPr>
            <p:spPr>
              <a:xfrm>
                <a:off x="1620520" y="1589405"/>
                <a:ext cx="3458210" cy="4195445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ru-RU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ru-RU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eqArrPr>
                            <m:e>
                              <m:eqArr>
                                <m:eqArrPr>
                                  <m:ctrlPr>
                                    <a:rPr lang="en-US" altLang="ru-RU" i="1">
                                      <a:latin typeface="Cambria Math" panose="02040503050406030204" pitchFamily="18" charset="0"/>
                                      <a:cs typeface="Cambria Math" panose="02040503050406030204" charset="0"/>
                                    </a:rPr>
                                  </m:ctrlPr>
                                </m:eqArrPr>
                                <m:e>
                                  <m:eqArr>
                                    <m:eqArrPr>
                                      <m:ctrlPr>
                                        <a:rPr lang="en-US" altLang="ru-RU" i="1">
                                          <a:latin typeface="Cambria Math" panose="02040503050406030204" pitchFamily="18" charset="0"/>
                                          <a:cs typeface="Cambria Math" panose="02040503050406030204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US" altLang="ru-RU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𝑚</m:t>
                                      </m:r>
                                      <m:r>
                                        <a:rPr lang="en-US" altLang="ru-RU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 = </m:t>
                                      </m:r>
                                      <m:r>
                                        <a:rPr lang="en-US" altLang="ru-RU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𝑚</m:t>
                                      </m:r>
                                      <m:r>
                                        <a:rPr lang="en-US" altLang="ru-RU" i="1" baseline="-25000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0</m:t>
                                      </m:r>
                                      <m:r>
                                        <a:rPr lang="en-US" altLang="ru-RU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 − </m:t>
                                      </m:r>
                                      <m:r>
                                        <a:rPr lang="en-US" altLang="ru-RU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𝑘𝑡</m:t>
                                      </m:r>
                                    </m:e>
                                    <m:e>
                                      <m:r>
                                        <a:rPr lang="en-US" altLang="ru-RU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𝑔</m:t>
                                      </m:r>
                                      <m:r>
                                        <a:rPr lang="en-US" altLang="ru-RU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 = </m:t>
                                      </m:r>
                                      <m:r>
                                        <a:rPr lang="en-US" altLang="ru-RU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𝑔</m:t>
                                      </m:r>
                                      <m:r>
                                        <a:rPr lang="en-US" altLang="ru-RU" i="1" baseline="-25000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0</m:t>
                                      </m:r>
                                      <m:r>
                                        <a:rPr lang="en-US" altLang="ru-RU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∗(</m:t>
                                      </m:r>
                                      <m:f>
                                        <m:fPr>
                                          <m:ctrlPr>
                                            <a:rPr lang="en-US" altLang="ru-RU" i="1">
                                              <a:latin typeface="Cambria Math" panose="02040503050406030204" pitchFamily="18" charset="0"/>
                                              <a:cs typeface="Cambria Math" panose="02040503050406030204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ru-RU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𝑅</m:t>
                                          </m:r>
                                        </m:num>
                                        <m:den>
                                          <m:r>
                                            <a:rPr lang="en-US" altLang="ru-RU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𝑅</m:t>
                                          </m:r>
                                          <m:r>
                                            <a:rPr lang="en-US" altLang="ru-RU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 + </m:t>
                                          </m:r>
                                          <m:r>
                                            <a:rPr lang="en-US" altLang="ru-RU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𝑦</m:t>
                                          </m:r>
                                        </m:den>
                                      </m:f>
                                      <m:r>
                                        <a:rPr lang="en-US" altLang="ru-RU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)</m:t>
                                      </m:r>
                                      <m:r>
                                        <a:rPr lang="en-US" altLang="ru-RU" i="1" baseline="30000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2   </m:t>
                                      </m:r>
                                    </m:e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altLang="ru-RU" i="1">
                                              <a:latin typeface="Cambria Math" panose="02040503050406030204" pitchFamily="18" charset="0"/>
                                              <a:cs typeface="Cambria Math" panose="02040503050406030204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ru-RU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𝐹</m:t>
                                          </m:r>
                                        </m:e>
                                      </m:acc>
                                      <m:r>
                                        <a:rPr lang="en-US" altLang="ru-RU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 = </m:t>
                                      </m:r>
                                      <m:r>
                                        <a:rPr lang="en-US" altLang="ru-RU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𝑚</m:t>
                                      </m:r>
                                      <m:acc>
                                        <m:accPr>
                                          <m:chr m:val="⃗"/>
                                          <m:ctrlPr>
                                            <a:rPr lang="en-US" altLang="ru-RU" i="1">
                                              <a:latin typeface="Cambria Math" panose="02040503050406030204" pitchFamily="18" charset="0"/>
                                              <a:cs typeface="Cambria Math" panose="02040503050406030204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ru-RU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𝑎</m:t>
                                          </m:r>
                                        </m:e>
                                      </m:acc>
                                    </m:e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altLang="ru-RU" i="1">
                                              <a:latin typeface="Cambria Math" panose="02040503050406030204" pitchFamily="18" charset="0"/>
                                              <a:cs typeface="Cambria Math" panose="02040503050406030204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ru-RU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𝐹</m:t>
                                          </m:r>
                                        </m:e>
                                      </m:acc>
                                      <m:r>
                                        <a:rPr lang="en-US" altLang="ru-RU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 = </m:t>
                                      </m:r>
                                      <m:acc>
                                        <m:accPr>
                                          <m:chr m:val="⃗"/>
                                          <m:ctrlPr>
                                            <a:rPr lang="en-US" altLang="ru-RU" i="1">
                                              <a:latin typeface="Cambria Math" panose="02040503050406030204" pitchFamily="18" charset="0"/>
                                              <a:cs typeface="Cambria Math" panose="02040503050406030204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ru-RU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𝐹</m:t>
                                          </m:r>
                                          <m:r>
                                            <a:rPr lang="en-US" altLang="ru-RU" i="1" baseline="-25000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тяги</m:t>
                                          </m:r>
                                        </m:e>
                                      </m:acc>
                                      <m:r>
                                        <a:rPr lang="en-US" altLang="ru-RU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 + </m:t>
                                      </m:r>
                                      <m:acc>
                                        <m:accPr>
                                          <m:chr m:val="⃗"/>
                                          <m:ctrlPr>
                                            <a:rPr lang="en-US" altLang="ru-RU" i="1">
                                              <a:latin typeface="Cambria Math" panose="02040503050406030204" pitchFamily="18" charset="0"/>
                                              <a:cs typeface="Cambria Math" panose="02040503050406030204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ru-RU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𝐹</m:t>
                                          </m:r>
                                          <m:r>
                                            <a:rPr lang="en-US" altLang="ru-RU" i="1" baseline="-25000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тяж</m:t>
                                          </m:r>
                                        </m:e>
                                      </m:acc>
                                      <m:r>
                                        <a:rPr lang="en-US" altLang="ru-RU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 + </m:t>
                                      </m:r>
                                      <m:acc>
                                        <m:accPr>
                                          <m:chr m:val="⃗"/>
                                          <m:ctrlPr>
                                            <a:rPr lang="en-US" altLang="ru-RU" i="1">
                                              <a:latin typeface="Cambria Math" panose="02040503050406030204" pitchFamily="18" charset="0"/>
                                              <a:cs typeface="Cambria Math" panose="02040503050406030204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ru-RU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𝐹</m:t>
                                          </m:r>
                                          <m:r>
                                            <a:rPr lang="en-US" altLang="ru-RU" i="1" baseline="-25000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сопр</m:t>
                                          </m:r>
                                        </m:e>
                                      </m:acc>
                                    </m:e>
                                    <m:e>
                                      <m:r>
                                        <a:rPr lang="en-US" altLang="ru-RU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𝐹</m:t>
                                      </m:r>
                                      <m:r>
                                        <a:rPr lang="en-US" altLang="ru-RU" i="1" baseline="-25000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тяж</m:t>
                                      </m:r>
                                      <m:r>
                                        <a:rPr lang="en-US" altLang="ru-RU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 = </m:t>
                                      </m:r>
                                      <m:r>
                                        <a:rPr lang="en-US" altLang="ru-RU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𝐺</m:t>
                                      </m:r>
                                      <m:f>
                                        <m:fPr>
                                          <m:ctrlPr>
                                            <a:rPr lang="en-US" altLang="ru-RU" i="1">
                                              <a:latin typeface="Cambria Math" panose="02040503050406030204" pitchFamily="18" charset="0"/>
                                              <a:cs typeface="Cambria Math" panose="02040503050406030204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ru-RU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𝑚𝑀</m:t>
                                          </m:r>
                                          <m:r>
                                            <a:rPr lang="en-US" altLang="ru-RU" i="1" baseline="-25000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к</m:t>
                                          </m:r>
                                        </m:num>
                                        <m:den>
                                          <m:d>
                                            <m:dPr>
                                              <m:ctrlPr>
                                                <a:rPr lang="en-US" altLang="ru-RU" i="1">
                                                  <a:latin typeface="Cambria Math" panose="02040503050406030204" pitchFamily="18" charset="0"/>
                                                  <a:cs typeface="Cambria Math" panose="02040503050406030204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ru-RU" i="1">
                                                  <a:latin typeface="Cambria Math" panose="02040503050406030204" charset="0"/>
                                                  <a:cs typeface="Cambria Math" panose="02040503050406030204" charset="0"/>
                                                </a:rPr>
                                                <m:t>𝑅</m:t>
                                              </m:r>
                                              <m:r>
                                                <a:rPr lang="en-US" altLang="ru-RU" i="1">
                                                  <a:latin typeface="Cambria Math" panose="02040503050406030204" charset="0"/>
                                                  <a:cs typeface="Cambria Math" panose="02040503050406030204" charset="0"/>
                                                </a:rPr>
                                                <m:t> + </m:t>
                                              </m:r>
                                              <m:r>
                                                <a:rPr lang="en-US" altLang="ru-RU" i="1">
                                                  <a:latin typeface="Cambria Math" panose="02040503050406030204" charset="0"/>
                                                  <a:cs typeface="Cambria Math" panose="02040503050406030204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d>
                                          <m:r>
                                            <a:rPr lang="en-US" altLang="ru-RU" i="1" baseline="30000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  <m:e>
                                      <m:r>
                                        <a:rPr lang="en-US" altLang="ru-RU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𝜑</m:t>
                                      </m:r>
                                      <m:r>
                                        <a:rPr lang="en-US" altLang="ru-RU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(</m:t>
                                      </m:r>
                                      <m:r>
                                        <a:rPr lang="en-US" altLang="ru-RU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𝑡</m:t>
                                      </m:r>
                                      <m:r>
                                        <a:rPr lang="en-US" altLang="ru-RU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) =</m:t>
                                      </m:r>
                                      <m:r>
                                        <a:rPr lang="en-US" altLang="ru-RU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𝜑</m:t>
                                      </m:r>
                                      <m:r>
                                        <a:rPr lang="en-US" altLang="ru-RU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 − </m:t>
                                      </m:r>
                                      <m:r>
                                        <a:rPr lang="en-US" altLang="ru-RU" i="1">
                                          <a:latin typeface="Cambria Math" panose="02040503050406030204" charset="0"/>
                                          <a:ea typeface="MS Mincho" charset="0"/>
                                          <a:cs typeface="Cambria Math" panose="02040503050406030204" charset="0"/>
                                        </a:rPr>
                                        <m:t>𝛽</m:t>
                                      </m:r>
                                      <m:r>
                                        <a:rPr lang="en-US" altLang="ru-RU" i="1">
                                          <a:latin typeface="Cambria Math" panose="02040503050406030204" charset="0"/>
                                          <a:ea typeface="MS Mincho" charset="0"/>
                                          <a:cs typeface="Cambria Math" panose="02040503050406030204" charset="0"/>
                                        </a:rPr>
                                        <m:t>𝑡</m:t>
                                      </m:r>
                                      <m:r>
                                        <a:rPr lang="en-US" altLang="ru-RU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 </m:t>
                                      </m:r>
                                    </m:e>
                                  </m:eqArr>
                                </m:e>
                                <m:e>
                                  <m:r>
                                    <a:rPr lang="en-US" altLang="ru-RU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𝜌</m:t>
                                  </m:r>
                                  <m:r>
                                    <a:rPr lang="en-US" altLang="ru-RU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r>
                                    <a:rPr lang="en-US" altLang="ru-RU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𝑡</m:t>
                                  </m:r>
                                  <m:r>
                                    <a:rPr lang="en-US" altLang="ru-RU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) = </m:t>
                                  </m:r>
                                  <m:r>
                                    <a:rPr lang="en-US" altLang="ru-RU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𝜌</m:t>
                                  </m:r>
                                  <m:r>
                                    <a:rPr lang="en-US" altLang="ru-RU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 </m:t>
                                  </m:r>
                                  <m:sSup>
                                    <m:sSupPr>
                                      <m:ctrlPr>
                                        <a:rPr lang="en-US" altLang="ru-RU" i="1">
                                          <a:latin typeface="Cambria Math" panose="02040503050406030204" pitchFamily="18" charset="0"/>
                                          <a:cs typeface="Cambria Math" panose="0204050305040603020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ru-RU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ru-RU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ru-RU" i="1">
                                              <a:latin typeface="Cambria Math" panose="02040503050406030204" pitchFamily="18" charset="0"/>
                                              <a:cs typeface="Cambria Math" panose="02040503050406030204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ru-RU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𝑦</m:t>
                                          </m:r>
                                        </m:num>
                                        <m:den>
                                          <m:r>
                                            <a:rPr lang="en-US" altLang="ru-RU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𝐻</m:t>
                                          </m:r>
                                        </m:den>
                                      </m:f>
                                    </m:sup>
                                  </m:sSup>
                                </m:e>
                                <m:e>
                                  <m:r>
                                    <a:rPr lang="en-US" altLang="ru-RU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𝐹</m:t>
                                  </m:r>
                                  <m:r>
                                    <a:rPr lang="en-US" altLang="ru-RU" i="1" baseline="-25000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сопр</m:t>
                                  </m:r>
                                  <m:r>
                                    <a:rPr lang="en-US" altLang="ru-RU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 </m:t>
                                  </m:r>
                                  <m:r>
                                    <a:rPr lang="en-US" altLang="ru-RU" i="1" baseline="-25000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= </m:t>
                                  </m:r>
                                  <m:f>
                                    <m:fPr>
                                      <m:ctrlPr>
                                        <a:rPr lang="en-US" altLang="ru-RU" i="1" baseline="-25000">
                                          <a:latin typeface="Cambria Math" panose="02040503050406030204" pitchFamily="18" charset="0"/>
                                          <a:cs typeface="Cambria Math" panose="02040503050406030204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ru-RU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𝐶</m:t>
                                      </m:r>
                                      <m:r>
                                        <a:rPr lang="en-US" altLang="ru-RU" i="1" baseline="-25000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𝑥</m:t>
                                      </m:r>
                                      <m:r>
                                        <a:rPr lang="en-US" altLang="ru-RU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𝜌</m:t>
                                      </m:r>
                                      <m:r>
                                        <a:rPr lang="en-US" altLang="ru-RU" i="1">
                                          <a:latin typeface="Cambria Math" panose="02040503050406030204" charset="0"/>
                                          <a:ea typeface="MS Mincho" charset="0"/>
                                          <a:cs typeface="Cambria Math" panose="02040503050406030204" charset="0"/>
                                        </a:rPr>
                                        <m:t>ʋ</m:t>
                                      </m:r>
                                      <m:r>
                                        <a:rPr lang="en-US" altLang="ru-RU" i="1" baseline="30000">
                                          <a:latin typeface="Cambria Math" panose="02040503050406030204" charset="0"/>
                                          <a:ea typeface="MS Mincho" charset="0"/>
                                          <a:cs typeface="Cambria Math" panose="02040503050406030204" charset="0"/>
                                        </a:rPr>
                                        <m:t>2</m:t>
                                      </m:r>
                                      <m:r>
                                        <a:rPr lang="en-US" altLang="ru-RU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𝑆</m:t>
                                      </m:r>
                                    </m:num>
                                    <m:den>
                                      <m:r>
                                        <a:rPr lang="en-US" altLang="ru-RU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eqArr>
                            </m:e>
                            <m:e>
                              <m:r>
                                <a:rPr lang="en-US" altLang="ru-RU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ʋ =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ru-RU" i="1">
                                      <a:latin typeface="Cambria Math" panose="02040503050406030204" pitchFamily="18" charset="0"/>
                                      <a:ea typeface="MS Mincho" charset="0"/>
                                      <a:cs typeface="Cambria Math" panose="02040503050406030204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ru-RU" i="1">
                                      <a:latin typeface="Cambria Math" panose="02040503050406030204" charset="0"/>
                                      <a:ea typeface="MS Mincho" charset="0"/>
                                      <a:cs typeface="Cambria Math" panose="02040503050406030204" charset="0"/>
                                    </a:rPr>
                                    <m:t>ʋ</m:t>
                                  </m:r>
                                  <m:r>
                                    <a:rPr lang="en-US" altLang="ru-RU" i="1" baseline="-25000">
                                      <a:latin typeface="Cambria Math" panose="02040503050406030204" charset="0"/>
                                      <a:ea typeface="MS Mincho" charset="0"/>
                                      <a:cs typeface="Cambria Math" panose="02040503050406030204" charset="0"/>
                                    </a:rPr>
                                    <m:t>𝑥</m:t>
                                  </m:r>
                                  <m:r>
                                    <a:rPr lang="en-US" altLang="ru-RU" i="1" baseline="30000">
                                      <a:latin typeface="Cambria Math" panose="02040503050406030204" charset="0"/>
                                      <a:ea typeface="MS Mincho" charset="0"/>
                                      <a:cs typeface="Cambria Math" panose="02040503050406030204" charset="0"/>
                                    </a:rPr>
                                    <m:t>2 + ʋ</m:t>
                                  </m:r>
                                  <m:r>
                                    <a:rPr lang="en-US" altLang="ru-RU" i="1" baseline="-25000">
                                      <a:latin typeface="Cambria Math" panose="02040503050406030204" charset="0"/>
                                      <a:ea typeface="MS Mincho" charset="0"/>
                                      <a:cs typeface="Cambria Math" panose="02040503050406030204" charset="0"/>
                                    </a:rPr>
                                    <m:t>𝑦</m:t>
                                  </m:r>
                                  <m:r>
                                    <a:rPr lang="en-US" altLang="ru-RU" i="1" baseline="30000">
                                      <a:latin typeface="Cambria Math" panose="02040503050406030204" charset="0"/>
                                      <a:ea typeface="MS Mincho" charset="0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e>
                              </m:rad>
                            </m:e>
                          </m:eqArr>
                        </m:e>
                      </m:d>
                    </m:oMath>
                  </m:oMathPara>
                </a14:m>
                <a:endParaRPr lang="en-US" altLang="ru-RU" i="1" dirty="0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endParaRPr lang="en-US" altLang="ru-RU" baseline="30000" dirty="0"/>
              </a:p>
            </p:txBody>
          </p:sp>
        </mc:Choice>
        <mc:Fallback xmlns="">
          <p:sp>
            <p:nvSpPr>
              <p:cNvPr id="36" name="Объект 35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20520" y="1589405"/>
                <a:ext cx="3458210" cy="4195445"/>
              </a:xfrm>
              <a:blipFill rotWithShape="1">
                <a:blip r:embed="rId2"/>
                <a:stretch>
                  <a:fillRect t="-424" b="-3557"/>
                </a:stretch>
              </a:blipFill>
            </p:spPr>
            <p:txBody>
              <a:bodyPr/>
              <a:lstStyle/>
              <a:p>
                <a:r>
                  <a:rPr lang="ru-RU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0" name="Рукописный ввод 39"/>
              <p14:cNvContentPartPr/>
              <p14:nvPr/>
            </p14:nvContentPartPr>
            <p14:xfrm>
              <a:off x="1209109" y="1460239"/>
              <a:ext cx="3600" cy="2880"/>
            </p14:xfrm>
          </p:contentPart>
        </mc:Choice>
        <mc:Fallback xmlns="">
          <p:pic>
            <p:nvPicPr>
              <p:cNvPr id="40" name="Рукописный ввод 39"/>
            </p:nvPicPr>
            <p:blipFill>
              <a:blip r:embed="rId4"/>
            </p:blipFill>
            <p:spPr>
              <a:xfrm>
                <a:off x="1209109" y="1460239"/>
                <a:ext cx="3600" cy="2880"/>
              </a:xfrm>
              <a:prstGeom prst="rect"/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BBA4738-D0FF-3EE4-44AC-04463EE100D0}"/>
                  </a:ext>
                </a:extLst>
              </p:cNvPr>
              <p:cNvSpPr txBox="1"/>
              <p:nvPr/>
            </p:nvSpPr>
            <p:spPr>
              <a:xfrm>
                <a:off x="5510149" y="1787238"/>
                <a:ext cx="4007923" cy="41608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1800" i="1" smtClean="0"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F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ru-RU" sz="18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тяги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x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F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ru-RU" sz="18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тяги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r>
                                <m:rPr>
                                  <m:nor/>
                                </m:r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sin</m:t>
                              </m:r>
                              <m:r>
                                <m:rPr>
                                  <m:nor/>
                                </m:r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φ</m:t>
                              </m:r>
                              <m:r>
                                <m:rPr>
                                  <m:nor/>
                                </m:r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F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ru-RU" sz="18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тяги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y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F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ru-RU" sz="18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тяги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r>
                                <m:rPr>
                                  <m:nor/>
                                </m:r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cos</m:t>
                              </m:r>
                              <m:r>
                                <m:rPr>
                                  <m:nor/>
                                </m:r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φ</m:t>
                              </m:r>
                              <m:r>
                                <m:rPr>
                                  <m:nor/>
                                </m:r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F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drag</m:t>
                                  </m:r>
                                  <m:r>
                                    <m:rPr>
                                      <m:nor/>
                                    </m:rPr>
                                    <a:rPr lang="ru-RU" sz="18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x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ru-RU" sz="180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F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ru-RU" sz="18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тяги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ru-RU" sz="180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r>
                                <m:rPr>
                                  <m:nor/>
                                </m:r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sin</m:t>
                              </m:r>
                              <m:r>
                                <m:rPr>
                                  <m:nor/>
                                </m:rPr>
                                <a:rPr lang="ru-RU" sz="180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φ</m:t>
                              </m:r>
                              <m:r>
                                <m:rPr>
                                  <m:nor/>
                                </m:rPr>
                                <a:rPr lang="ru-RU" sz="180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F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drag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y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F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ru-RU" sz="18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тяги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r>
                                <m:rPr>
                                  <m:nor/>
                                </m:r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cos</m:t>
                              </m:r>
                              <m:r>
                                <m:rPr>
                                  <m:nor/>
                                </m:r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φ</m:t>
                              </m:r>
                              <m:r>
                                <m:rPr>
                                  <m:nor/>
                                </m:r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x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t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+∆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t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= </m:t>
                              </m:r>
                              <m:sSub>
                                <m:sSub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x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  <m:r>
                                <m:rPr>
                                  <m:nor/>
                                </m:r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)+ </m:t>
                              </m:r>
                              <m:sSub>
                                <m:sSub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x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∆</m:t>
                              </m:r>
                              <m:r>
                                <m:rPr>
                                  <m:nor/>
                                </m:r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y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t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+∆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t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= </m:t>
                              </m:r>
                              <m:sSub>
                                <m:sSub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y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  <m:r>
                                <m:rPr>
                                  <m:nor/>
                                </m:r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)+ </m:t>
                              </m:r>
                              <m:sSub>
                                <m:sSub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y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∆</m:t>
                              </m:r>
                              <m:r>
                                <m:rPr>
                                  <m:nor/>
                                </m:r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  <m:d>
                                <m:d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t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+∆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t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  <m:d>
                                <m:d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t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x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∆</m:t>
                              </m:r>
                              <m:r>
                                <m:rPr>
                                  <m:nor/>
                                </m:r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y</m:t>
                              </m:r>
                              <m:d>
                                <m:d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t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+∆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t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y</m:t>
                              </m:r>
                              <m:d>
                                <m:d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t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y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∆</m:t>
                              </m:r>
                              <m:r>
                                <m:rPr>
                                  <m:nor/>
                                </m:r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x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= </m:t>
                              </m:r>
                              <m:f>
                                <m:f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ru-RU" sz="1800" i="1">
                                          <a:effectLst/>
                                          <a:latin typeface="Cambria Math" panose="02040503050406030204" pitchFamily="18" charset="0"/>
                                          <a:ea typeface="Arial" panose="020B06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Arial" panose="020B0604020202020204" pitchFamily="34" charset="0"/>
                                          <a:cs typeface="Times New Roman" panose="02020603050405020304" pitchFamily="18" charset="0"/>
                                        </a:rPr>
                                        <m:t>F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ru-RU" sz="1800">
                                          <a:effectLst/>
                                          <a:latin typeface="Cambria Math" panose="02040503050406030204" pitchFamily="18" charset="0"/>
                                          <a:ea typeface="Arial" panose="020B0604020202020204" pitchFamily="34" charset="0"/>
                                          <a:cs typeface="Times New Roman" panose="02020603050405020304" pitchFamily="18" charset="0"/>
                                        </a:rPr>
                                        <m:t>тяги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Arial" panose="020B0604020202020204" pitchFamily="34" charset="0"/>
                                          <a:cs typeface="Times New Roman" panose="02020603050405020304" pitchFamily="18" charset="0"/>
                                        </a:rPr>
                                        <m:t>x</m:t>
                                      </m:r>
                                    </m:sub>
                                  </m:sSub>
                                  <m:r>
                                    <m:rPr>
                                      <m:nor/>
                                    </m:rP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− </m:t>
                                  </m:r>
                                  <m:sSub>
                                    <m:sSubPr>
                                      <m:ctrlPr>
                                        <a:rPr lang="ru-RU" sz="1800" i="1">
                                          <a:effectLst/>
                                          <a:latin typeface="Cambria Math" panose="02040503050406030204" pitchFamily="18" charset="0"/>
                                          <a:ea typeface="Arial" panose="020B06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Arial" panose="020B0604020202020204" pitchFamily="34" charset="0"/>
                                          <a:cs typeface="Times New Roman" panose="02020603050405020304" pitchFamily="18" charset="0"/>
                                        </a:rPr>
                                        <m:t>F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ru-RU" sz="1800">
                                          <a:effectLst/>
                                          <a:latin typeface="Cambria Math" panose="02040503050406030204" pitchFamily="18" charset="0"/>
                                          <a:ea typeface="Arial" panose="020B0604020202020204" pitchFamily="34" charset="0"/>
                                          <a:cs typeface="Times New Roman" panose="02020603050405020304" pitchFamily="18" charset="0"/>
                                        </a:rPr>
                                        <m:t>сопр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Arial" panose="020B0604020202020204" pitchFamily="34" charset="0"/>
                                          <a:cs typeface="Times New Roman" panose="02020603050405020304" pitchFamily="18" charset="0"/>
                                        </a:rPr>
                                        <m:t>x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m</m:t>
                                  </m:r>
                                </m:den>
                              </m:f>
                            </m:e>
                            <m:e>
                              <m:sSub>
                                <m:sSub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y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= </m:t>
                              </m:r>
                              <m:f>
                                <m:f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ru-RU" sz="1800" i="1">
                                          <a:effectLst/>
                                          <a:latin typeface="Cambria Math" panose="02040503050406030204" pitchFamily="18" charset="0"/>
                                          <a:ea typeface="Arial" panose="020B06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Arial" panose="020B0604020202020204" pitchFamily="34" charset="0"/>
                                          <a:cs typeface="Times New Roman" panose="02020603050405020304" pitchFamily="18" charset="0"/>
                                        </a:rPr>
                                        <m:t>F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ru-RU" sz="1800">
                                          <a:effectLst/>
                                          <a:latin typeface="Cambria Math" panose="02040503050406030204" pitchFamily="18" charset="0"/>
                                          <a:ea typeface="Arial" panose="020B0604020202020204" pitchFamily="34" charset="0"/>
                                          <a:cs typeface="Times New Roman" panose="02020603050405020304" pitchFamily="18" charset="0"/>
                                        </a:rPr>
                                        <m:t>тяги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Arial" panose="020B0604020202020204" pitchFamily="34" charset="0"/>
                                          <a:cs typeface="Times New Roman" panose="02020603050405020304" pitchFamily="18" charset="0"/>
                                        </a:rPr>
                                        <m:t>y</m:t>
                                      </m:r>
                                    </m:sub>
                                  </m:sSub>
                                  <m:r>
                                    <m:rPr>
                                      <m:nor/>
                                    </m:rP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− </m:t>
                                  </m:r>
                                  <m:sSub>
                                    <m:sSubPr>
                                      <m:ctrlPr>
                                        <a:rPr lang="ru-RU" sz="1800" i="1">
                                          <a:effectLst/>
                                          <a:latin typeface="Cambria Math" panose="02040503050406030204" pitchFamily="18" charset="0"/>
                                          <a:ea typeface="Arial" panose="020B06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Arial" panose="020B0604020202020204" pitchFamily="34" charset="0"/>
                                          <a:cs typeface="Times New Roman" panose="02020603050405020304" pitchFamily="18" charset="0"/>
                                        </a:rPr>
                                        <m:t>F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ru-RU" sz="1800">
                                          <a:effectLst/>
                                          <a:latin typeface="Cambria Math" panose="02040503050406030204" pitchFamily="18" charset="0"/>
                                          <a:ea typeface="Arial" panose="020B0604020202020204" pitchFamily="34" charset="0"/>
                                          <a:cs typeface="Times New Roman" panose="02020603050405020304" pitchFamily="18" charset="0"/>
                                        </a:rPr>
                                        <m:t>сопр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Arial" panose="020B0604020202020204" pitchFamily="34" charset="0"/>
                                          <a:cs typeface="Times New Roman" panose="02020603050405020304" pitchFamily="18" charset="0"/>
                                        </a:rPr>
                                        <m:t>y</m:t>
                                      </m:r>
                                    </m:sub>
                                  </m:sSub>
                                  <m:r>
                                    <m:rPr>
                                      <m:nor/>
                                    </m:rP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ru-RU" sz="1800" i="1">
                                          <a:effectLst/>
                                          <a:latin typeface="Cambria Math" panose="02040503050406030204" pitchFamily="18" charset="0"/>
                                          <a:ea typeface="Arial" panose="020B06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Arial" panose="020B0604020202020204" pitchFamily="34" charset="0"/>
                                          <a:cs typeface="Times New Roman" panose="02020603050405020304" pitchFamily="18" charset="0"/>
                                        </a:rPr>
                                        <m:t>F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ru-RU" sz="1800">
                                          <a:effectLst/>
                                          <a:latin typeface="Cambria Math" panose="02040503050406030204" pitchFamily="18" charset="0"/>
                                          <a:ea typeface="Arial" panose="020B0604020202020204" pitchFamily="34" charset="0"/>
                                          <a:cs typeface="Times New Roman" panose="02020603050405020304" pitchFamily="18" charset="0"/>
                                        </a:rPr>
                                        <m:t>тяж</m:t>
                                      </m:r>
                                    </m:sub>
                                  </m:sSub>
                                  <m:r>
                                    <m:rPr>
                                      <m:nor/>
                                    </m:rP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 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m</m:t>
                                  </m:r>
                                </m:den>
                              </m:f>
                            </m:e>
                          </m:eqArr>
                        </m:e>
                      </m:d>
                    </m:oMath>
                  </m:oMathPara>
                </a14:m>
                <a:endParaRPr lang="ru-RU" sz="1800" dirty="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  <a:p>
                <a:endParaRPr lang="ru-R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BBA4738-D0FF-3EE4-44AC-04463EE100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149" y="1787238"/>
                <a:ext cx="4007923" cy="416081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5795" y="452755"/>
            <a:ext cx="9404985" cy="943610"/>
          </a:xfrm>
        </p:spPr>
        <p:txBody>
          <a:bodyPr/>
          <a:lstStyle/>
          <a:p>
            <a:r>
              <a:rPr lang="ru-RU"/>
              <a:t>Силы, действующие на ракету</a:t>
            </a:r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2731770" y="1396365"/>
            <a:ext cx="381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b="1">
                <a:solidFill>
                  <a:schemeClr val="bg1"/>
                </a:solidFill>
              </a:rPr>
              <a:t>y</a:t>
            </a:r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6611868" y="5319024"/>
            <a:ext cx="2654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ru-RU" b="1" dirty="0">
                <a:solidFill>
                  <a:schemeClr val="bg1"/>
                </a:solidFill>
              </a:rPr>
              <a:t>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Рукописный ввод 2">
                <a:extLst>
                  <a:ext uri="{FF2B5EF4-FFF2-40B4-BE49-F238E27FC236}">
                    <a16:creationId xmlns:a16="http://schemas.microsoft.com/office/drawing/2014/main" id="{44141B70-B2C4-05AB-ABF7-291EAEA4766A}"/>
                  </a:ext>
                </a:extLst>
              </p14:cNvPr>
              <p14:cNvContentPartPr/>
              <p14:nvPr/>
            </p14:nvContentPartPr>
            <p14:xfrm>
              <a:off x="887668" y="1276597"/>
              <a:ext cx="5989630" cy="7391050"/>
            </p14:xfrm>
          </p:contentPart>
        </mc:Choice>
        <mc:Fallback xmlns="">
          <p:pic>
            <p:nvPicPr>
              <p:cNvPr id="3" name="Рукописный ввод 2">
                <a:extLst>
                  <a:ext uri="{FF2B5EF4-FFF2-40B4-BE49-F238E27FC236}">
                    <a16:creationId xmlns:a16="http://schemas.microsoft.com/office/drawing/2014/main" id="{44141B70-B2C4-05AB-ABF7-291EAEA4766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9667" y="1258598"/>
                <a:ext cx="6025272" cy="7426688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6111" y="296557"/>
            <a:ext cx="9404723" cy="1400530"/>
          </a:xfrm>
        </p:spPr>
        <p:txBody>
          <a:bodyPr/>
          <a:lstStyle/>
          <a:p>
            <a:r>
              <a:rPr lang="ru-RU" dirty="0"/>
              <a:t>Графики</a:t>
            </a:r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045" y="1757045"/>
            <a:ext cx="9683115" cy="43491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Заголовок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/>
          <a:lstStyle/>
          <a:p>
            <a:r>
              <a:rPr lang="ru-RU" dirty="0"/>
              <a:t>Физическая модель</a:t>
            </a:r>
          </a:p>
        </p:txBody>
      </p:sp>
      <p:sp>
        <p:nvSpPr>
          <p:cNvPr id="37" name="Объект 2"/>
          <p:cNvSpPr>
            <a:spLocks noGrp="1"/>
          </p:cNvSpPr>
          <p:nvPr>
            <p:ph idx="1"/>
          </p:nvPr>
        </p:nvSpPr>
        <p:spPr>
          <a:xfrm>
            <a:off x="622766" y="1723379"/>
            <a:ext cx="8068982" cy="4195481"/>
          </a:xfrm>
        </p:spPr>
        <p:txBody>
          <a:bodyPr>
            <a:normAutofit/>
          </a:bodyPr>
          <a:lstStyle/>
          <a:p>
            <a:pPr>
              <a:lnSpc>
                <a:spcPct val="115000"/>
              </a:lnSpc>
              <a:spcBef>
                <a:spcPts val="150"/>
              </a:spcBef>
              <a:spcAft>
                <a:spcPts val="150"/>
              </a:spcAft>
            </a:pPr>
            <a:r>
              <a:rPr lang="ru-RU" sz="2400" dirty="0">
                <a:solidFill>
                  <a:schemeClr val="tx2"/>
                </a:solidFill>
              </a:rPr>
              <a:t>1. Пренебрегаем изменением ускорения свободного падения на малых высотах</a:t>
            </a:r>
          </a:p>
          <a:p>
            <a:r>
              <a:rPr lang="ru-RU" sz="2400" dirty="0">
                <a:solidFill>
                  <a:schemeClr val="tx2"/>
                </a:solidFill>
              </a:rPr>
              <a:t>2. Место </a:t>
            </a:r>
            <a:r>
              <a:rPr lang="ru-RU" sz="2400" dirty="0" err="1">
                <a:solidFill>
                  <a:schemeClr val="tx2"/>
                </a:solidFill>
              </a:rPr>
              <a:t>взлёта</a:t>
            </a:r>
            <a:r>
              <a:rPr lang="ru-RU" sz="2400" dirty="0">
                <a:solidFill>
                  <a:schemeClr val="tx2"/>
                </a:solidFill>
              </a:rPr>
              <a:t> считаем </a:t>
            </a:r>
            <a:r>
              <a:rPr lang="ru-RU" sz="2400" dirty="0" err="1">
                <a:solidFill>
                  <a:schemeClr val="tx2"/>
                </a:solidFill>
              </a:rPr>
              <a:t>плоскои</a:t>
            </a:r>
            <a:r>
              <a:rPr lang="ru-RU" sz="2400" dirty="0">
                <a:solidFill>
                  <a:schemeClr val="tx2"/>
                </a:solidFill>
              </a:rPr>
              <a:t>̆ и абсолютно </a:t>
            </a:r>
            <a:r>
              <a:rPr lang="ru-RU" sz="2400" dirty="0" err="1">
                <a:solidFill>
                  <a:schemeClr val="tx2"/>
                </a:solidFill>
              </a:rPr>
              <a:t>твердои</a:t>
            </a:r>
            <a:r>
              <a:rPr lang="ru-RU" sz="2400" dirty="0">
                <a:solidFill>
                  <a:schemeClr val="tx2"/>
                </a:solidFill>
              </a:rPr>
              <a:t>̆ поверхностью.</a:t>
            </a:r>
            <a:endParaRPr lang="en-US" sz="2400" dirty="0">
              <a:solidFill>
                <a:schemeClr val="tx2"/>
              </a:solidFill>
            </a:endParaRPr>
          </a:p>
          <a:p>
            <a:r>
              <a:rPr lang="ru-RU" sz="2400" dirty="0">
                <a:solidFill>
                  <a:schemeClr val="tx2"/>
                </a:solidFill>
              </a:rPr>
              <a:t>3. Предполагаем, что вектор силы тяжести направлен вертикально вниз на всём промежутке траектории полёта.</a:t>
            </a:r>
          </a:p>
          <a:p>
            <a:r>
              <a:rPr lang="ru-RU" sz="2400" dirty="0">
                <a:solidFill>
                  <a:schemeClr val="tx2"/>
                </a:solidFill>
              </a:rPr>
              <a:t>4. Не учитываем кривизну Земли</a:t>
            </a:r>
          </a:p>
          <a:p>
            <a:pPr>
              <a:lnSpc>
                <a:spcPct val="115000"/>
              </a:lnSpc>
              <a:spcBef>
                <a:spcPts val="150"/>
              </a:spcBef>
              <a:spcAft>
                <a:spcPts val="150"/>
              </a:spcAft>
            </a:pPr>
            <a:endParaRPr lang="ru-RU" sz="2400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9" name="Рукописный ввод 58"/>
              <p14:cNvContentPartPr/>
              <p14:nvPr/>
            </p14:nvContentPartPr>
            <p14:xfrm>
              <a:off x="5359530" y="4274317"/>
              <a:ext cx="14760" cy="14040"/>
            </p14:xfrm>
          </p:contentPart>
        </mc:Choice>
        <mc:Fallback xmlns="">
          <p:pic>
            <p:nvPicPr>
              <p:cNvPr id="59" name="Рукописный ввод 58"/>
            </p:nvPicPr>
            <p:blipFill>
              <a:blip r:embed="rId3"/>
            </p:blipFill>
            <p:spPr>
              <a:xfrm>
                <a:off x="5359530" y="4274317"/>
                <a:ext cx="14760" cy="1404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Описание миссии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14 сентября 1968 года станция «Зонд-5» после запуска с Байконура облетела Луну и, спустя неделю, вернулась на Землю, совершив первое в мире успешное возвращение после облёта другого небесного тела.</a:t>
            </a:r>
          </a:p>
          <a:p>
            <a:endParaRPr lang="ru-RU" dirty="0"/>
          </a:p>
          <a:p>
            <a:r>
              <a:rPr lang="ru-RU" dirty="0"/>
              <a:t>Из-за сбоя спускаемый аппарат совершил жёсткую посадку в Индийском океане, но все биологические пассажиры выжили, доказав принципиальную безопасность подобных полётов для живых организмов.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Симуляция полета</a:t>
            </a:r>
          </a:p>
        </p:txBody>
      </p:sp>
      <p:sp>
        <p:nvSpPr>
          <p:cNvPr id="8" name="Объект 2"/>
          <p:cNvSpPr txBox="1"/>
          <p:nvPr/>
        </p:nvSpPr>
        <p:spPr>
          <a:xfrm>
            <a:off x="693613" y="4760259"/>
            <a:ext cx="4406839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571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ru-RU" sz="1800" kern="1200" dirty="0">
                <a:gradFill>
                  <a:gsLst>
                    <a:gs pos="70000">
                      <a:srgbClr val="FFFFFF"/>
                    </a:gs>
                    <a:gs pos="91000">
                      <a:srgbClr val="BFBFBF"/>
                    </a:gs>
                  </a:gsLst>
                  <a:lin ang="5400000" scaled="1"/>
                </a:gradFill>
                <a:effectLst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Симуляцию нашего проекта мы осуществили в </a:t>
            </a:r>
            <a:r>
              <a:rPr lang="en-GB" sz="1800" kern="1200" dirty="0" err="1">
                <a:gradFill>
                  <a:gsLst>
                    <a:gs pos="70000">
                      <a:srgbClr val="FFFFFF"/>
                    </a:gs>
                    <a:gs pos="91000">
                      <a:srgbClr val="BFBFBF"/>
                    </a:gs>
                  </a:gsLst>
                  <a:lin ang="5400000" scaled="1"/>
                </a:gradFill>
                <a:effectLst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Kerbal</a:t>
            </a:r>
            <a:r>
              <a:rPr lang="en-GB" sz="1800" kern="1200" dirty="0">
                <a:gradFill>
                  <a:gsLst>
                    <a:gs pos="70000">
                      <a:srgbClr val="FFFFFF"/>
                    </a:gs>
                    <a:gs pos="91000">
                      <a:srgbClr val="BFBFBF"/>
                    </a:gs>
                  </a:gsLst>
                  <a:lin ang="5400000" scaled="1"/>
                </a:gradFill>
                <a:effectLst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Space Program (KSP), </a:t>
            </a:r>
            <a:r>
              <a:rPr lang="ru-RU" sz="1800" kern="1200" dirty="0">
                <a:gradFill>
                  <a:gsLst>
                    <a:gs pos="70000">
                      <a:srgbClr val="FFFFFF"/>
                    </a:gs>
                    <a:gs pos="91000">
                      <a:srgbClr val="BFBFBF"/>
                    </a:gs>
                  </a:gsLst>
                  <a:lin ang="5400000" scaled="1"/>
                </a:gradFill>
                <a:effectLst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основываясь на реальные параметры ракеты-носителя и зонда 5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1F3E37F-71EF-F053-B8AE-62708117F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550" y="1269365"/>
            <a:ext cx="4322445" cy="330327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E2ECFA5-3A76-E6B9-86E5-64E5A520C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2377439"/>
            <a:ext cx="5118100" cy="3870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СОСТАВ КОМАНДЫ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1. ЗОРИН АРТУР СЕРГЕЕВИЧ – программист</a:t>
            </a:r>
          </a:p>
          <a:p>
            <a:r>
              <a:rPr lang="ru-RU" dirty="0"/>
              <a:t>2. ИОСИФОВА МАРИЯ ОЛЕГОВНА – физик</a:t>
            </a:r>
            <a:r>
              <a:rPr lang="en-US" altLang="ru-RU" dirty="0"/>
              <a:t> - </a:t>
            </a:r>
            <a:r>
              <a:rPr lang="ru-RU" altLang="ru-RU" dirty="0"/>
              <a:t>математик</a:t>
            </a:r>
            <a:endParaRPr lang="ru-RU" dirty="0"/>
          </a:p>
          <a:p>
            <a:r>
              <a:rPr lang="ru-RU" dirty="0"/>
              <a:t>3. ФИЛИППОВА ИРИНА ВЯЧЕСЛАВОВНА –</a:t>
            </a:r>
            <a:r>
              <a:rPr lang="en-US" dirty="0"/>
              <a:t> </a:t>
            </a:r>
            <a:r>
              <a:rPr lang="ru-RU" dirty="0"/>
              <a:t>инженер полета</a:t>
            </a:r>
          </a:p>
          <a:p>
            <a:r>
              <a:rPr lang="ru-RU" dirty="0"/>
              <a:t>4. МОРОЗОВ ДЕНИС АНДРЕЕВИЧ - копирайтер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 проекта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1. Построена математическая модель</a:t>
            </a:r>
            <a:r>
              <a:rPr lang="en-US" dirty="0"/>
              <a:t>. </a:t>
            </a:r>
          </a:p>
          <a:p>
            <a:r>
              <a:rPr lang="ru-RU" dirty="0"/>
              <a:t>2. Построена физическая модель</a:t>
            </a:r>
            <a:r>
              <a:rPr lang="en-US" dirty="0"/>
              <a:t>. </a:t>
            </a:r>
            <a:endParaRPr lang="ru-RU" dirty="0"/>
          </a:p>
          <a:p>
            <a:r>
              <a:rPr lang="ru-RU" dirty="0"/>
              <a:t>3. Просчитаны формулы при помощи </a:t>
            </a:r>
            <a:r>
              <a:rPr lang="en-US" dirty="0"/>
              <a:t>Python</a:t>
            </a:r>
            <a:r>
              <a:rPr lang="ru-RU" dirty="0"/>
              <a:t>.</a:t>
            </a:r>
            <a:endParaRPr lang="en-US" dirty="0"/>
          </a:p>
          <a:p>
            <a:r>
              <a:rPr lang="ru-RU" dirty="0"/>
              <a:t>4. Проведена симуляция первого этапа реальной миссии Зонд 5 в </a:t>
            </a:r>
            <a:r>
              <a:rPr lang="en-US" dirty="0"/>
              <a:t>KSP</a:t>
            </a:r>
            <a:r>
              <a:rPr lang="ru-RU" dirty="0"/>
              <a:t>. </a:t>
            </a:r>
            <a:endParaRPr lang="en-US" dirty="0"/>
          </a:p>
          <a:p>
            <a:r>
              <a:rPr lang="ru-RU" dirty="0"/>
              <a:t>5. Были проанализированы данные из интернета, на их основе высчитаны возможные стартовые параметры для ракеты. </a:t>
            </a:r>
            <a:endParaRPr lang="en-US" dirty="0"/>
          </a:p>
          <a:p>
            <a:endParaRPr lang="en-US" dirty="0"/>
          </a:p>
          <a:p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98"/>
    </mc:Choice>
    <mc:Fallback xmlns="">
      <p:transition spd="slow" advTm="7098"/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</TotalTime>
  <Words>294</Words>
  <Application>Microsoft Office PowerPoint</Application>
  <PresentationFormat>Широкоэкранный</PresentationFormat>
  <Paragraphs>40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Arial</vt:lpstr>
      <vt:lpstr>Cambria Math</vt:lpstr>
      <vt:lpstr>Century Gothic</vt:lpstr>
      <vt:lpstr>Segoe UI</vt:lpstr>
      <vt:lpstr>Wingdings 3</vt:lpstr>
      <vt:lpstr>Ион</vt:lpstr>
      <vt:lpstr>ЗОНД 5</vt:lpstr>
      <vt:lpstr>Введение</vt:lpstr>
      <vt:lpstr>Программная часть</vt:lpstr>
      <vt:lpstr>Физико-математическая модель</vt:lpstr>
      <vt:lpstr>Силы, действующие на ракету</vt:lpstr>
      <vt:lpstr>Графики</vt:lpstr>
      <vt:lpstr>Физическая модель</vt:lpstr>
      <vt:lpstr>Описание миссии</vt:lpstr>
      <vt:lpstr>Симуляция полета</vt:lpstr>
      <vt:lpstr>СОСТАВ КОМАНДЫ</vt:lpstr>
      <vt:lpstr>Итоги проекта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HONOR</dc:creator>
  <cp:lastModifiedBy>HONOR</cp:lastModifiedBy>
  <cp:revision>14</cp:revision>
  <dcterms:created xsi:type="dcterms:W3CDTF">2025-12-24T14:53:00Z</dcterms:created>
  <dcterms:modified xsi:type="dcterms:W3CDTF">2026-02-24T08:32:09Z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04E1BD09ECD04E5FBB72B472D93B7CC8_12</vt:lpwstr>
  </property>
  <property fmtid="{D5CDD505-2E9C-101B-9397-08002B2CF9AE}" pid="3" name="KSOProductBuildVer">
    <vt:lpwstr>1049-12.2.0.23197</vt:lpwstr>
  </property>
</Properties>
</file>